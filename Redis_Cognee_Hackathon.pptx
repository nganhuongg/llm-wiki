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6" r:id="rId4"/>
    <p:sldMasterId id="214748370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Space Mono"/>
      <p:regular r:id="rId16"/>
      <p:bold r:id="rId17"/>
      <p:italic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Space Grotesk Light"/>
      <p:regular r:id="rId24"/>
      <p:bold r:id="rId25"/>
    </p:embeddedFont>
    <p:embeddedFont>
      <p:font typeface="Space Grotesk Medium"/>
      <p:regular r:id="rId26"/>
      <p:bold r:id="rId27"/>
    </p:embeddedFont>
    <p:embeddedFont>
      <p:font typeface="Space Grotesk SemiBold"/>
      <p:regular r:id="rId28"/>
      <p:bold r:id="rId29"/>
    </p:embeddedFont>
    <p:embeddedFont>
      <p:font typeface="Arial Black"/>
      <p:regular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SpaceGroteskLight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paceGroteskMedium-regular.fntdata"/><Relationship Id="rId25" Type="http://schemas.openxmlformats.org/officeDocument/2006/relationships/font" Target="fonts/SpaceGroteskLight-bold.fntdata"/><Relationship Id="rId28" Type="http://schemas.openxmlformats.org/officeDocument/2006/relationships/font" Target="fonts/SpaceGroteskSemiBold-regular.fntdata"/><Relationship Id="rId27" Type="http://schemas.openxmlformats.org/officeDocument/2006/relationships/font" Target="fonts/SpaceGrotesk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regular.fnt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SpaceMono-bold.fntdata"/><Relationship Id="rId16" Type="http://schemas.openxmlformats.org/officeDocument/2006/relationships/font" Target="fonts/SpaceMono-regular.fntdata"/><Relationship Id="rId19" Type="http://schemas.openxmlformats.org/officeDocument/2006/relationships/font" Target="fonts/SpaceMono-boldItalic.fntdata"/><Relationship Id="rId18" Type="http://schemas.openxmlformats.org/officeDocument/2006/relationships/font" Target="fonts/SpaceMon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294369412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294369412_0_3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e294369412_0_3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3e294369412_0_3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e29436941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3" name="Google Shape;1313;g3e29436941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up Stat - Dark">
  <p:cSld name="CUSTOM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2025 Redis Ltd. All rights reserved.</a:t>
            </a:r>
            <a:endParaRPr b="0"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Hyper " type="title">
  <p:cSld name="TITLE"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ctrTitle"/>
          </p:nvPr>
        </p:nvSpPr>
        <p:spPr>
          <a:xfrm>
            <a:off x="298725" y="3539575"/>
            <a:ext cx="4665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371125"/>
            <a:ext cx="1727974" cy="5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 amt="4000"/>
          </a:blip>
          <a:srcRect b="14420" l="-1410" r="27604" t="0"/>
          <a:stretch/>
        </p:blipFill>
        <p:spPr>
          <a:xfrm>
            <a:off x="4682834" y="371125"/>
            <a:ext cx="4461165" cy="47723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29872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1" name="Google Shape;91;p15"/>
          <p:cNvSpPr txBox="1"/>
          <p:nvPr>
            <p:ph idx="2" type="title"/>
          </p:nvPr>
        </p:nvSpPr>
        <p:spPr>
          <a:xfrm>
            <a:off x="322550" y="1955500"/>
            <a:ext cx="6329100" cy="8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8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Hyper ">
  <p:cSld name="TITLE_5">
    <p:bg>
      <p:bgPr>
        <a:solidFill>
          <a:schemeClr val="accen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371125"/>
            <a:ext cx="1727974" cy="5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 amt="4000"/>
          </a:blip>
          <a:srcRect b="14420" l="-1410" r="27604" t="0"/>
          <a:stretch/>
        </p:blipFill>
        <p:spPr>
          <a:xfrm>
            <a:off x="4682834" y="371125"/>
            <a:ext cx="4461165" cy="47723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29872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98725" y="3539575"/>
            <a:ext cx="2247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you.</a:t>
            </a:r>
            <a:endParaRPr sz="16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8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Light">
  <p:cSld name="TITLE_4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ctrTitle"/>
          </p:nvPr>
        </p:nvSpPr>
        <p:spPr>
          <a:xfrm>
            <a:off x="298725" y="3539575"/>
            <a:ext cx="4665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sz="16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371125"/>
            <a:ext cx="1727974" cy="5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 amt="3000"/>
          </a:blip>
          <a:srcRect b="14420" l="-1410" r="27604" t="0"/>
          <a:stretch/>
        </p:blipFill>
        <p:spPr>
          <a:xfrm>
            <a:off x="4682834" y="371125"/>
            <a:ext cx="4461165" cy="477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29872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" name="Google Shape;102;p17"/>
          <p:cNvSpPr txBox="1"/>
          <p:nvPr>
            <p:ph idx="2" type="title"/>
          </p:nvPr>
        </p:nvSpPr>
        <p:spPr>
          <a:xfrm>
            <a:off x="322550" y="1955500"/>
            <a:ext cx="6329100" cy="8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White">
  <p:cSld name="TITLE_4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371125"/>
            <a:ext cx="1727974" cy="5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 amt="3000"/>
          </a:blip>
          <a:srcRect b="14420" l="-1410" r="27604" t="0"/>
          <a:stretch/>
        </p:blipFill>
        <p:spPr>
          <a:xfrm>
            <a:off x="4682834" y="371125"/>
            <a:ext cx="4461165" cy="477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9872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98725" y="3539575"/>
            <a:ext cx="2247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you.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Dark">
  <p:cSld name="TITLE_4_1"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ctrTitle"/>
          </p:nvPr>
        </p:nvSpPr>
        <p:spPr>
          <a:xfrm>
            <a:off x="298725" y="3539575"/>
            <a:ext cx="4665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371125"/>
            <a:ext cx="1727974" cy="5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 amt="3000"/>
          </a:blip>
          <a:srcRect b="14420" l="-1410" r="27604" t="0"/>
          <a:stretch/>
        </p:blipFill>
        <p:spPr>
          <a:xfrm>
            <a:off x="4682834" y="371125"/>
            <a:ext cx="4461165" cy="477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29872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3" name="Google Shape;113;p19"/>
          <p:cNvSpPr txBox="1"/>
          <p:nvPr>
            <p:ph idx="2" type="title"/>
          </p:nvPr>
        </p:nvSpPr>
        <p:spPr>
          <a:xfrm>
            <a:off x="322550" y="1955500"/>
            <a:ext cx="6329100" cy="8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Dark">
  <p:cSld name="TITLE_4_1_2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371125"/>
            <a:ext cx="1727974" cy="5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 amt="3000"/>
          </a:blip>
          <a:srcRect b="14420" l="-1410" r="27604" t="0"/>
          <a:stretch/>
        </p:blipFill>
        <p:spPr>
          <a:xfrm>
            <a:off x="4682834" y="371125"/>
            <a:ext cx="4461165" cy="477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29872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298725" y="3539575"/>
            <a:ext cx="2247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you.</a:t>
            </a:r>
            <a:endParaRPr sz="16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">
  <p:cSld name="TITLE_2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292225" y="1629325"/>
            <a:ext cx="7791000" cy="12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3063196"/>
            <a:ext cx="77910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 Light"/>
              <a:buNone/>
              <a:defRPr sz="18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shot - Dark">
  <p:cSld name="TITLE_2_2"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2">
            <a:alphaModFix amt="3000"/>
          </a:blip>
          <a:srcRect b="14420" l="-1410" r="27604" t="0"/>
          <a:stretch/>
        </p:blipFill>
        <p:spPr>
          <a:xfrm>
            <a:off x="4682834" y="371125"/>
            <a:ext cx="4461165" cy="477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shot 8up - Dark">
  <p:cSld name="TITLE_2_2_1_1"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4" name="Google Shape;134;p23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t Divider - Dark">
  <p:cSld name="TITLE_2_1"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" type="subTitle"/>
          </p:nvPr>
        </p:nvSpPr>
        <p:spPr>
          <a:xfrm>
            <a:off x="298725" y="1050700"/>
            <a:ext cx="6229200" cy="42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Divider - Dark">
  <p:cSld name="TITLE_2_1_3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>
            <p:ph idx="1" type="subTitle"/>
          </p:nvPr>
        </p:nvSpPr>
        <p:spPr>
          <a:xfrm>
            <a:off x="298725" y="1050700"/>
            <a:ext cx="6229200" cy="42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t Divider - White">
  <p:cSld name="TITLE_2_1_2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idx="1" type="subTitle"/>
          </p:nvPr>
        </p:nvSpPr>
        <p:spPr>
          <a:xfrm>
            <a:off x="298725" y="1050700"/>
            <a:ext cx="6229200" cy="42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pic>
        <p:nvPicPr>
          <p:cNvPr id="151" name="Google Shape;15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Divider - White">
  <p:cSld name="TITLE_2_1_2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>
            <p:ph idx="1" type="subTitle"/>
          </p:nvPr>
        </p:nvSpPr>
        <p:spPr>
          <a:xfrm>
            <a:off x="298725" y="1050700"/>
            <a:ext cx="6229200" cy="42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pace Grotesk"/>
              <a:buNone/>
              <a:defRPr sz="25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t Divider - Hyper ">
  <p:cSld name="TITLE_2_1_2_1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298725" y="1050700"/>
            <a:ext cx="6229200" cy="42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Divider - Hyper ">
  <p:cSld name="TITLE_2_1_2_1_1">
    <p:bg>
      <p:bgPr>
        <a:solidFill>
          <a:schemeClr val="accen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>
            <p:ph idx="1" type="subTitle"/>
          </p:nvPr>
        </p:nvSpPr>
        <p:spPr>
          <a:xfrm>
            <a:off x="298725" y="1050700"/>
            <a:ext cx="6229200" cy="42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pace Grotesk"/>
              <a:buNone/>
              <a:defRPr sz="2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0" name="Google Shape;170;p29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71" name="Google Shape;1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Light">
  <p:cSld name="TITLE_2_1_1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ctrTitle"/>
          </p:nvPr>
        </p:nvSpPr>
        <p:spPr>
          <a:xfrm>
            <a:off x="288956" y="1629325"/>
            <a:ext cx="7791000" cy="12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6" name="Google Shape;176;p30"/>
          <p:cNvSpPr txBox="1"/>
          <p:nvPr>
            <p:ph idx="1" type="subTitle"/>
          </p:nvPr>
        </p:nvSpPr>
        <p:spPr>
          <a:xfrm>
            <a:off x="298725" y="3063196"/>
            <a:ext cx="77910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sz="18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 Light"/>
              <a:buNone/>
              <a:defRPr sz="18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77" name="Google Shape;177;p30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79" name="Google Shape;17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Light" type="tx">
  <p:cSld name="TITLE_AND_BOD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298725" y="1482775"/>
            <a:ext cx="83499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3" name="Google Shape;183;p31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4" name="Google Shape;184;p31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86" name="Google Shape;18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Centered Diagram - White">
  <p:cSld name="TITLE_AND_BODY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89" name="Google Shape;189;p32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90" name="Google Shape;190;p32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92" name="Google Shape;19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2"/>
          <p:cNvSpPr/>
          <p:nvPr>
            <p:ph idx="3" type="pic"/>
          </p:nvPr>
        </p:nvSpPr>
        <p:spPr>
          <a:xfrm>
            <a:off x="984600" y="1333825"/>
            <a:ext cx="7174800" cy="325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Centered Diagram - Dark">
  <p:cSld name="TITLE_AND_BODY_2_1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6" name="Google Shape;196;p33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97" name="Google Shape;197;p33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98" name="Google Shape;198;p33"/>
          <p:cNvSpPr/>
          <p:nvPr>
            <p:ph idx="3" type="pic"/>
          </p:nvPr>
        </p:nvSpPr>
        <p:spPr>
          <a:xfrm>
            <a:off x="984600" y="1333825"/>
            <a:ext cx="7174800" cy="3251700"/>
          </a:xfrm>
          <a:prstGeom prst="rect">
            <a:avLst/>
          </a:prstGeom>
          <a:noFill/>
          <a:ln>
            <a:noFill/>
          </a:ln>
        </p:spPr>
      </p:sp>
      <p:pic>
        <p:nvPicPr>
          <p:cNvPr id="199" name="Google Shape;19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up Stat - White">
  <p:cSld name="CUSTOM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03" name="Google Shape;20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up Stat - Dark">
  <p:cSld name="CUSTOM_1"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06" name="Google Shape;20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Dark">
  <p:cSld name="TITLE_AND_BODY_1"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298725" y="1482775"/>
            <a:ext cx="83499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10" name="Google Shape;210;p36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11" name="Google Shape;21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6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36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TITLE_AND_BODY_1_2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/>
          <p:nvPr/>
        </p:nvSpPr>
        <p:spPr>
          <a:xfrm>
            <a:off x="4254500" y="-7050"/>
            <a:ext cx="4889400" cy="517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292225" y="1586350"/>
            <a:ext cx="3801600" cy="9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●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○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■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●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○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■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●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○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Font typeface="Space Grotesk"/>
              <a:buChar char="■"/>
              <a:defRPr sz="9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17" name="Google Shape;217;p37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19" name="Google Shape;21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7"/>
          <p:cNvSpPr txBox="1"/>
          <p:nvPr>
            <p:ph idx="2" type="body"/>
          </p:nvPr>
        </p:nvSpPr>
        <p:spPr>
          <a:xfrm>
            <a:off x="4572000" y="838825"/>
            <a:ext cx="721200" cy="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●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○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■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●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○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■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●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○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■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1" name="Google Shape;221;p37"/>
          <p:cNvSpPr txBox="1"/>
          <p:nvPr>
            <p:ph type="title"/>
          </p:nvPr>
        </p:nvSpPr>
        <p:spPr>
          <a:xfrm>
            <a:off x="298725" y="1073250"/>
            <a:ext cx="38016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Font typeface="Space Grotesk Medium"/>
              <a:buNone/>
              <a:defRPr sz="19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22" name="Google Shape;222;p37"/>
          <p:cNvSpPr txBox="1"/>
          <p:nvPr>
            <p:ph idx="3" type="body"/>
          </p:nvPr>
        </p:nvSpPr>
        <p:spPr>
          <a:xfrm>
            <a:off x="5343300" y="838825"/>
            <a:ext cx="3351900" cy="10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●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○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■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●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○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■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●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○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pace Grotesk"/>
              <a:buChar char="■"/>
              <a:defRPr sz="9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3 Layout - Charts">
  <p:cSld name="TITLE_AND_BODY_1_2_1_1"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/>
          <p:nvPr/>
        </p:nvSpPr>
        <p:spPr>
          <a:xfrm>
            <a:off x="0" y="0"/>
            <a:ext cx="31179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25" name="Google Shape;225;p38"/>
          <p:cNvSpPr txBox="1"/>
          <p:nvPr>
            <p:ph type="title"/>
          </p:nvPr>
        </p:nvSpPr>
        <p:spPr>
          <a:xfrm>
            <a:off x="298725" y="445025"/>
            <a:ext cx="23571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298725" y="1228675"/>
            <a:ext cx="2195400" cy="28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7" name="Google Shape;227;p38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28" name="Google Shape;22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0" name="Google Shape;230;p38"/>
          <p:cNvSpPr txBox="1"/>
          <p:nvPr>
            <p:ph idx="2" type="body"/>
          </p:nvPr>
        </p:nvSpPr>
        <p:spPr>
          <a:xfrm>
            <a:off x="3421042" y="1228675"/>
            <a:ext cx="54234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Light" type="twoColTx">
  <p:cSld name="TITLE_AND_TWO_COLUMN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4774200" y="1863775"/>
            <a:ext cx="4058100" cy="27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4" name="Google Shape;234;p39"/>
          <p:cNvSpPr txBox="1"/>
          <p:nvPr>
            <p:ph idx="2" type="body"/>
          </p:nvPr>
        </p:nvSpPr>
        <p:spPr>
          <a:xfrm>
            <a:off x="298725" y="1863775"/>
            <a:ext cx="4058100" cy="27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5" name="Google Shape;235;p39"/>
          <p:cNvSpPr txBox="1"/>
          <p:nvPr>
            <p:ph idx="3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6" name="Google Shape;236;p39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7" name="Google Shape;237;p39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38" name="Google Shape;23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>
            <p:ph idx="4" type="title"/>
          </p:nvPr>
        </p:nvSpPr>
        <p:spPr>
          <a:xfrm>
            <a:off x="300775" y="1486375"/>
            <a:ext cx="3999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5" type="title"/>
          </p:nvPr>
        </p:nvSpPr>
        <p:spPr>
          <a:xfrm>
            <a:off x="4774200" y="1486375"/>
            <a:ext cx="3999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34">
          <p15:clr>
            <a:srgbClr val="E46962"/>
          </p15:clr>
        </p15:guide>
        <p15:guide id="2" orient="horz" pos="936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Dark">
  <p:cSld name="TITLE_AND_TWO_COLUMNS_2">
    <p:bg>
      <p:bgPr>
        <a:solidFill>
          <a:schemeClr val="dk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idx="1" type="body"/>
          </p:nvPr>
        </p:nvSpPr>
        <p:spPr>
          <a:xfrm>
            <a:off x="4832400" y="1863775"/>
            <a:ext cx="39999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3" name="Google Shape;243;p40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40"/>
          <p:cNvSpPr txBox="1"/>
          <p:nvPr>
            <p:ph idx="2" type="body"/>
          </p:nvPr>
        </p:nvSpPr>
        <p:spPr>
          <a:xfrm>
            <a:off x="298725" y="1863775"/>
            <a:ext cx="40581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5" name="Google Shape;245;p40"/>
          <p:cNvSpPr txBox="1"/>
          <p:nvPr>
            <p:ph idx="3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46" name="Google Shape;24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0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8" name="Google Shape;248;p40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49" name="Google Shape;249;p40"/>
          <p:cNvSpPr txBox="1"/>
          <p:nvPr>
            <p:ph idx="4" type="title"/>
          </p:nvPr>
        </p:nvSpPr>
        <p:spPr>
          <a:xfrm>
            <a:off x="300775" y="1486375"/>
            <a:ext cx="3999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pace Grotesk SemiBold"/>
              <a:buNone/>
              <a:defRPr sz="1400">
                <a:solidFill>
                  <a:schemeClr val="accent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0" name="Google Shape;250;p40"/>
          <p:cNvSpPr txBox="1"/>
          <p:nvPr>
            <p:ph idx="5" type="title"/>
          </p:nvPr>
        </p:nvSpPr>
        <p:spPr>
          <a:xfrm>
            <a:off x="4832400" y="1486375"/>
            <a:ext cx="3999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pace Grotesk SemiBold"/>
              <a:buNone/>
              <a:defRPr sz="1400">
                <a:solidFill>
                  <a:schemeClr val="accent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34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Light">
  <p:cSld name="TITLE_AND_TWO_COLUMNS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3" name="Google Shape;253;p41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54" name="Google Shape;254;p41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5" name="Google Shape;255;p41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Dark">
  <p:cSld name="TITLE_AND_TWO_COLUMNS_1_1"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42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60" name="Google Shape;26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2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2" name="Google Shape;262;p42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ight">
  <p:cSld name="ONE_COLUMN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5" name="Google Shape;265;p43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66" name="Google Shape;26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3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68" name="Google Shape;268;p43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9" name="Google Shape;269;p43"/>
          <p:cNvSpPr txBox="1"/>
          <p:nvPr>
            <p:ph idx="1" type="body"/>
          </p:nvPr>
        </p:nvSpPr>
        <p:spPr>
          <a:xfrm>
            <a:off x="3211139" y="1863775"/>
            <a:ext cx="25935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0" name="Google Shape;270;p43"/>
          <p:cNvSpPr txBox="1"/>
          <p:nvPr>
            <p:ph idx="3" type="body"/>
          </p:nvPr>
        </p:nvSpPr>
        <p:spPr>
          <a:xfrm>
            <a:off x="298725" y="1863775"/>
            <a:ext cx="26313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1" name="Google Shape;271;p43"/>
          <p:cNvSpPr txBox="1"/>
          <p:nvPr>
            <p:ph idx="4" type="body"/>
          </p:nvPr>
        </p:nvSpPr>
        <p:spPr>
          <a:xfrm>
            <a:off x="6085752" y="1863775"/>
            <a:ext cx="25935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2" name="Google Shape;272;p43"/>
          <p:cNvSpPr txBox="1"/>
          <p:nvPr>
            <p:ph idx="5" type="title"/>
          </p:nvPr>
        </p:nvSpPr>
        <p:spPr>
          <a:xfrm>
            <a:off x="300775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73" name="Google Shape;273;p43"/>
          <p:cNvSpPr txBox="1"/>
          <p:nvPr>
            <p:ph idx="6" type="title"/>
          </p:nvPr>
        </p:nvSpPr>
        <p:spPr>
          <a:xfrm>
            <a:off x="3211150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74" name="Google Shape;274;p43"/>
          <p:cNvSpPr txBox="1"/>
          <p:nvPr>
            <p:ph idx="7" type="title"/>
          </p:nvPr>
        </p:nvSpPr>
        <p:spPr>
          <a:xfrm>
            <a:off x="6121525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34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Dark">
  <p:cSld name="ONE_COLUMN_TEXT_1"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44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 sz="1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3211139" y="1863775"/>
            <a:ext cx="25935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9" name="Google Shape;279;p44"/>
          <p:cNvSpPr txBox="1"/>
          <p:nvPr>
            <p:ph idx="3" type="body"/>
          </p:nvPr>
        </p:nvSpPr>
        <p:spPr>
          <a:xfrm>
            <a:off x="298725" y="1863775"/>
            <a:ext cx="26313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80" name="Google Shape;280;p44"/>
          <p:cNvSpPr txBox="1"/>
          <p:nvPr>
            <p:ph idx="4" type="body"/>
          </p:nvPr>
        </p:nvSpPr>
        <p:spPr>
          <a:xfrm>
            <a:off x="6085752" y="1863775"/>
            <a:ext cx="25935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 sz="1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81" name="Google Shape;28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4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3" name="Google Shape;283;p44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84" name="Google Shape;284;p44"/>
          <p:cNvSpPr txBox="1"/>
          <p:nvPr>
            <p:ph idx="5" type="title"/>
          </p:nvPr>
        </p:nvSpPr>
        <p:spPr>
          <a:xfrm>
            <a:off x="300775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pace Grotesk SemiBold"/>
              <a:buNone/>
              <a:defRPr sz="1400">
                <a:solidFill>
                  <a:schemeClr val="accent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5" name="Google Shape;285;p44"/>
          <p:cNvSpPr txBox="1"/>
          <p:nvPr>
            <p:ph idx="6" type="title"/>
          </p:nvPr>
        </p:nvSpPr>
        <p:spPr>
          <a:xfrm>
            <a:off x="3211150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pace Grotesk SemiBold"/>
              <a:buNone/>
              <a:defRPr sz="1400">
                <a:solidFill>
                  <a:schemeClr val="accent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86" name="Google Shape;286;p44"/>
          <p:cNvSpPr txBox="1"/>
          <p:nvPr>
            <p:ph idx="7" type="title"/>
          </p:nvPr>
        </p:nvSpPr>
        <p:spPr>
          <a:xfrm>
            <a:off x="6121525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pace Grotesk SemiBold"/>
              <a:buNone/>
              <a:defRPr sz="1400">
                <a:solidFill>
                  <a:schemeClr val="accent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34">
          <p15:clr>
            <a:srgbClr val="E46962"/>
          </p15:clr>
        </p15:guide>
        <p15:guide id="2" orient="horz" pos="936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 - Light">
  <p:cSld name="BIG_NUMBER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Space Grotesk Medium"/>
              <a:buNone/>
              <a:defRPr sz="120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45"/>
          <p:cNvSpPr txBox="1"/>
          <p:nvPr>
            <p:ph idx="1" type="body"/>
          </p:nvPr>
        </p:nvSpPr>
        <p:spPr>
          <a:xfrm>
            <a:off x="311700" y="28263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90" name="Google Shape;290;p45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1" name="Google Shape;291;p45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292" name="Google Shape;29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 - Dark">
  <p:cSld name="BIG_NUMBER_1_1">
    <p:bg>
      <p:bgPr>
        <a:solidFill>
          <a:schemeClr val="dk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Font typeface="Space Grotesk Medium"/>
              <a:buNone/>
              <a:defRPr sz="12000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t>xx%</a:t>
            </a:r>
          </a:p>
        </p:txBody>
      </p:sp>
      <p:sp>
        <p:nvSpPr>
          <p:cNvPr id="295" name="Google Shape;295;p46"/>
          <p:cNvSpPr txBox="1"/>
          <p:nvPr>
            <p:ph idx="1" type="body"/>
          </p:nvPr>
        </p:nvSpPr>
        <p:spPr>
          <a:xfrm>
            <a:off x="311700" y="28263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96" name="Google Shape;296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6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8" name="Google Shape;298;p46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Light" type="blank">
  <p:cSld name="BLANK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1" name="Google Shape;301;p47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302" name="Google Shape;30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Texture Tagline - White">
  <p:cSld name="BLANK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48"/>
          <p:cNvGrpSpPr/>
          <p:nvPr/>
        </p:nvGrpSpPr>
        <p:grpSpPr>
          <a:xfrm>
            <a:off x="1942026" y="2177798"/>
            <a:ext cx="5259945" cy="797231"/>
            <a:chOff x="2029611" y="2764702"/>
            <a:chExt cx="7774084" cy="1178290"/>
          </a:xfrm>
        </p:grpSpPr>
        <p:sp>
          <p:nvSpPr>
            <p:cNvPr id="306" name="Google Shape;306;p48"/>
            <p:cNvSpPr/>
            <p:nvPr/>
          </p:nvSpPr>
          <p:spPr>
            <a:xfrm>
              <a:off x="2029611" y="2764702"/>
              <a:ext cx="441770" cy="1178150"/>
            </a:xfrm>
            <a:custGeom>
              <a:rect b="b" l="l" r="r" t="t"/>
              <a:pathLst>
                <a:path extrusionOk="0" h="1178150" w="441770">
                  <a:moveTo>
                    <a:pt x="61365" y="1103001"/>
                  </a:moveTo>
                  <a:cubicBezTo>
                    <a:pt x="20432" y="1052855"/>
                    <a:pt x="0" y="987890"/>
                    <a:pt x="0" y="908247"/>
                  </a:cubicBezTo>
                  <a:cubicBezTo>
                    <a:pt x="0" y="855853"/>
                    <a:pt x="5476" y="812239"/>
                    <a:pt x="16359" y="777333"/>
                  </a:cubicBezTo>
                  <a:lnTo>
                    <a:pt x="179952" y="777333"/>
                  </a:lnTo>
                  <a:cubicBezTo>
                    <a:pt x="174475" y="812239"/>
                    <a:pt x="171737" y="844967"/>
                    <a:pt x="171737" y="875518"/>
                  </a:cubicBezTo>
                  <a:cubicBezTo>
                    <a:pt x="171737" y="927912"/>
                    <a:pt x="175528" y="966891"/>
                    <a:pt x="183182" y="992526"/>
                  </a:cubicBezTo>
                  <a:cubicBezTo>
                    <a:pt x="190764" y="1018161"/>
                    <a:pt x="203332" y="1031013"/>
                    <a:pt x="220815" y="1031013"/>
                  </a:cubicBezTo>
                  <a:cubicBezTo>
                    <a:pt x="236051" y="1031013"/>
                    <a:pt x="246723" y="1022866"/>
                    <a:pt x="252691" y="1006502"/>
                  </a:cubicBezTo>
                  <a:cubicBezTo>
                    <a:pt x="258659" y="990138"/>
                    <a:pt x="261678" y="962326"/>
                    <a:pt x="261678" y="923066"/>
                  </a:cubicBezTo>
                  <a:cubicBezTo>
                    <a:pt x="261678" y="875097"/>
                    <a:pt x="252129" y="831412"/>
                    <a:pt x="233032" y="792152"/>
                  </a:cubicBezTo>
                  <a:cubicBezTo>
                    <a:pt x="213934" y="752892"/>
                    <a:pt x="184235" y="705415"/>
                    <a:pt x="143863" y="649791"/>
                  </a:cubicBezTo>
                  <a:cubicBezTo>
                    <a:pt x="96962" y="586512"/>
                    <a:pt x="61224" y="528991"/>
                    <a:pt x="36721" y="477160"/>
                  </a:cubicBezTo>
                  <a:cubicBezTo>
                    <a:pt x="12287" y="42525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750" y="79363"/>
                  </a:cubicBezTo>
                  <a:cubicBezTo>
                    <a:pt x="99490" y="26478"/>
                    <a:pt x="153201" y="0"/>
                    <a:pt x="220885" y="0"/>
                  </a:cubicBezTo>
                  <a:cubicBezTo>
                    <a:pt x="288569" y="0"/>
                    <a:pt x="339472" y="25143"/>
                    <a:pt x="380405" y="75289"/>
                  </a:cubicBezTo>
                  <a:cubicBezTo>
                    <a:pt x="421339" y="125505"/>
                    <a:pt x="441770" y="190400"/>
                    <a:pt x="441770" y="270044"/>
                  </a:cubicBezTo>
                  <a:cubicBezTo>
                    <a:pt x="441770" y="322437"/>
                    <a:pt x="436294" y="366052"/>
                    <a:pt x="425411" y="400957"/>
                  </a:cubicBezTo>
                  <a:lnTo>
                    <a:pt x="261818" y="400957"/>
                  </a:lnTo>
                  <a:cubicBezTo>
                    <a:pt x="26729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8" y="185765"/>
                  </a:cubicBezTo>
                  <a:cubicBezTo>
                    <a:pt x="250865" y="160130"/>
                    <a:pt x="238297" y="147278"/>
                    <a:pt x="220885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8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8" y="575555"/>
                    <a:pt x="380475" y="634691"/>
                    <a:pt x="404979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0" y="1042250"/>
                    <a:pt x="382020" y="1096610"/>
                  </a:cubicBezTo>
                  <a:cubicBezTo>
                    <a:pt x="342210" y="1150970"/>
                    <a:pt x="288499" y="1178150"/>
                    <a:pt x="220885" y="1178150"/>
                  </a:cubicBezTo>
                  <a:cubicBezTo>
                    <a:pt x="153271" y="1178150"/>
                    <a:pt x="102298" y="1153077"/>
                    <a:pt x="61365" y="11028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48"/>
            <p:cNvSpPr/>
            <p:nvPr/>
          </p:nvSpPr>
          <p:spPr>
            <a:xfrm>
              <a:off x="2544892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48"/>
            <p:cNvSpPr/>
            <p:nvPr/>
          </p:nvSpPr>
          <p:spPr>
            <a:xfrm>
              <a:off x="2978447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48"/>
            <p:cNvSpPr/>
            <p:nvPr/>
          </p:nvSpPr>
          <p:spPr>
            <a:xfrm>
              <a:off x="3614913" y="2781066"/>
              <a:ext cx="441699" cy="1145562"/>
            </a:xfrm>
            <a:custGeom>
              <a:rect b="b" l="l" r="r" t="t"/>
              <a:pathLst>
                <a:path extrusionOk="0" h="1145562" w="441699">
                  <a:moveTo>
                    <a:pt x="179952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179952" y="0"/>
                  </a:lnTo>
                  <a:lnTo>
                    <a:pt x="179952" y="490925"/>
                  </a:lnTo>
                  <a:lnTo>
                    <a:pt x="261748" y="490925"/>
                  </a:lnTo>
                  <a:lnTo>
                    <a:pt x="261748" y="0"/>
                  </a:lnTo>
                  <a:lnTo>
                    <a:pt x="441700" y="0"/>
                  </a:lnTo>
                  <a:lnTo>
                    <a:pt x="441700" y="1145562"/>
                  </a:lnTo>
                  <a:lnTo>
                    <a:pt x="261748" y="1145562"/>
                  </a:lnTo>
                  <a:lnTo>
                    <a:pt x="261748" y="654637"/>
                  </a:lnTo>
                  <a:lnTo>
                    <a:pt x="179952" y="654637"/>
                  </a:lnTo>
                  <a:lnTo>
                    <a:pt x="179952" y="11455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48"/>
            <p:cNvSpPr/>
            <p:nvPr/>
          </p:nvSpPr>
          <p:spPr>
            <a:xfrm>
              <a:off x="4138409" y="2764702"/>
              <a:ext cx="490777" cy="1178220"/>
            </a:xfrm>
            <a:custGeom>
              <a:rect b="b" l="l" r="r" t="t"/>
              <a:pathLst>
                <a:path extrusionOk="0" h="1178220" w="490777">
                  <a:moveTo>
                    <a:pt x="60522" y="1033401"/>
                  </a:moveTo>
                  <a:cubicBezTo>
                    <a:pt x="20151" y="936831"/>
                    <a:pt x="0" y="788711"/>
                    <a:pt x="0" y="589110"/>
                  </a:cubicBezTo>
                  <a:cubicBezTo>
                    <a:pt x="0" y="389509"/>
                    <a:pt x="20151" y="241389"/>
                    <a:pt x="60522" y="144819"/>
                  </a:cubicBezTo>
                  <a:cubicBezTo>
                    <a:pt x="100894" y="48250"/>
                    <a:pt x="162469" y="0"/>
                    <a:pt x="245389" y="0"/>
                  </a:cubicBezTo>
                  <a:cubicBezTo>
                    <a:pt x="328308" y="0"/>
                    <a:pt x="389884" y="48250"/>
                    <a:pt x="430255" y="144819"/>
                  </a:cubicBezTo>
                  <a:cubicBezTo>
                    <a:pt x="470627" y="241389"/>
                    <a:pt x="490778" y="389509"/>
                    <a:pt x="490778" y="589110"/>
                  </a:cubicBezTo>
                  <a:cubicBezTo>
                    <a:pt x="490778" y="788711"/>
                    <a:pt x="470557" y="936831"/>
                    <a:pt x="430255" y="1033401"/>
                  </a:cubicBezTo>
                  <a:cubicBezTo>
                    <a:pt x="389884" y="1129971"/>
                    <a:pt x="328238" y="1178220"/>
                    <a:pt x="245389" y="1178220"/>
                  </a:cubicBezTo>
                  <a:cubicBezTo>
                    <a:pt x="162539" y="1178220"/>
                    <a:pt x="100894" y="1129971"/>
                    <a:pt x="60522" y="1033401"/>
                  </a:cubicBezTo>
                  <a:close/>
                  <a:moveTo>
                    <a:pt x="283794" y="931985"/>
                  </a:moveTo>
                  <a:cubicBezTo>
                    <a:pt x="290886" y="865967"/>
                    <a:pt x="294396" y="751698"/>
                    <a:pt x="294396" y="589110"/>
                  </a:cubicBezTo>
                  <a:cubicBezTo>
                    <a:pt x="294396" y="426522"/>
                    <a:pt x="290815" y="312324"/>
                    <a:pt x="283794" y="246235"/>
                  </a:cubicBezTo>
                  <a:cubicBezTo>
                    <a:pt x="276703" y="180217"/>
                    <a:pt x="263854" y="147207"/>
                    <a:pt x="245319" y="147207"/>
                  </a:cubicBezTo>
                  <a:cubicBezTo>
                    <a:pt x="226783" y="147207"/>
                    <a:pt x="213934" y="180217"/>
                    <a:pt x="206843" y="246235"/>
                  </a:cubicBezTo>
                  <a:cubicBezTo>
                    <a:pt x="199751" y="312254"/>
                    <a:pt x="196241" y="426522"/>
                    <a:pt x="196241" y="589110"/>
                  </a:cubicBezTo>
                  <a:cubicBezTo>
                    <a:pt x="196241" y="751698"/>
                    <a:pt x="199751" y="865967"/>
                    <a:pt x="206843" y="931985"/>
                  </a:cubicBezTo>
                  <a:cubicBezTo>
                    <a:pt x="213934" y="998004"/>
                    <a:pt x="226713" y="1031013"/>
                    <a:pt x="245319" y="1031013"/>
                  </a:cubicBezTo>
                  <a:cubicBezTo>
                    <a:pt x="263925" y="1031013"/>
                    <a:pt x="276633" y="998004"/>
                    <a:pt x="283794" y="9319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48"/>
            <p:cNvSpPr/>
            <p:nvPr/>
          </p:nvSpPr>
          <p:spPr>
            <a:xfrm>
              <a:off x="4694554" y="2781066"/>
              <a:ext cx="670869" cy="1145562"/>
            </a:xfrm>
            <a:custGeom>
              <a:rect b="b" l="l" r="r" t="t"/>
              <a:pathLst>
                <a:path extrusionOk="0" h="1145562" w="670869">
                  <a:moveTo>
                    <a:pt x="269963" y="1145562"/>
                  </a:moveTo>
                  <a:lnTo>
                    <a:pt x="40933" y="1145562"/>
                  </a:lnTo>
                  <a:lnTo>
                    <a:pt x="0" y="0"/>
                  </a:lnTo>
                  <a:lnTo>
                    <a:pt x="188166" y="0"/>
                  </a:lnTo>
                  <a:lnTo>
                    <a:pt x="163592" y="957339"/>
                  </a:lnTo>
                  <a:lnTo>
                    <a:pt x="188166" y="957339"/>
                  </a:lnTo>
                  <a:lnTo>
                    <a:pt x="261818" y="327283"/>
                  </a:lnTo>
                  <a:lnTo>
                    <a:pt x="409052" y="327283"/>
                  </a:lnTo>
                  <a:lnTo>
                    <a:pt x="482703" y="957339"/>
                  </a:lnTo>
                  <a:lnTo>
                    <a:pt x="507277" y="957339"/>
                  </a:lnTo>
                  <a:lnTo>
                    <a:pt x="482703" y="0"/>
                  </a:lnTo>
                  <a:lnTo>
                    <a:pt x="670870" y="0"/>
                  </a:lnTo>
                  <a:lnTo>
                    <a:pt x="629937" y="1145562"/>
                  </a:lnTo>
                  <a:lnTo>
                    <a:pt x="400907" y="1145562"/>
                  </a:lnTo>
                  <a:lnTo>
                    <a:pt x="343615" y="621909"/>
                  </a:lnTo>
                  <a:lnTo>
                    <a:pt x="327255" y="621909"/>
                  </a:lnTo>
                  <a:lnTo>
                    <a:pt x="269963" y="11455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48"/>
            <p:cNvSpPr/>
            <p:nvPr/>
          </p:nvSpPr>
          <p:spPr>
            <a:xfrm>
              <a:off x="5649990" y="2781066"/>
              <a:ext cx="359903" cy="1145562"/>
            </a:xfrm>
            <a:custGeom>
              <a:rect b="b" l="l" r="r" t="t"/>
              <a:pathLst>
                <a:path extrusionOk="0" h="1145562" w="359903">
                  <a:moveTo>
                    <a:pt x="179952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59904" y="0"/>
                  </a:lnTo>
                  <a:lnTo>
                    <a:pt x="359904" y="163642"/>
                  </a:lnTo>
                  <a:lnTo>
                    <a:pt x="179952" y="163642"/>
                  </a:lnTo>
                  <a:lnTo>
                    <a:pt x="179952" y="507289"/>
                  </a:lnTo>
                  <a:lnTo>
                    <a:pt x="310826" y="507289"/>
                  </a:lnTo>
                  <a:lnTo>
                    <a:pt x="310826" y="670931"/>
                  </a:lnTo>
                  <a:lnTo>
                    <a:pt x="179952" y="670931"/>
                  </a:lnTo>
                  <a:lnTo>
                    <a:pt x="179952" y="1145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48"/>
            <p:cNvSpPr/>
            <p:nvPr/>
          </p:nvSpPr>
          <p:spPr>
            <a:xfrm>
              <a:off x="5995290" y="2781066"/>
              <a:ext cx="490777" cy="1145562"/>
            </a:xfrm>
            <a:custGeom>
              <a:rect b="b" l="l" r="r" t="t"/>
              <a:pathLst>
                <a:path extrusionOk="0" h="1145562" w="490777">
                  <a:moveTo>
                    <a:pt x="490707" y="1145562"/>
                  </a:moveTo>
                  <a:lnTo>
                    <a:pt x="310756" y="1145562"/>
                  </a:lnTo>
                  <a:lnTo>
                    <a:pt x="297696" y="932828"/>
                  </a:lnTo>
                  <a:lnTo>
                    <a:pt x="193011" y="932828"/>
                  </a:lnTo>
                  <a:lnTo>
                    <a:pt x="179952" y="1145562"/>
                  </a:lnTo>
                  <a:lnTo>
                    <a:pt x="0" y="1145562"/>
                  </a:lnTo>
                  <a:lnTo>
                    <a:pt x="98155" y="0"/>
                  </a:lnTo>
                  <a:lnTo>
                    <a:pt x="392622" y="0"/>
                  </a:lnTo>
                  <a:lnTo>
                    <a:pt x="490777" y="1145562"/>
                  </a:lnTo>
                  <a:close/>
                  <a:moveTo>
                    <a:pt x="287867" y="769116"/>
                  </a:moveTo>
                  <a:lnTo>
                    <a:pt x="253533" y="188153"/>
                  </a:lnTo>
                  <a:lnTo>
                    <a:pt x="237174" y="188153"/>
                  </a:lnTo>
                  <a:lnTo>
                    <a:pt x="202841" y="769116"/>
                  </a:lnTo>
                  <a:lnTo>
                    <a:pt x="287937" y="769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48"/>
            <p:cNvSpPr/>
            <p:nvPr/>
          </p:nvSpPr>
          <p:spPr>
            <a:xfrm>
              <a:off x="6510501" y="2764842"/>
              <a:ext cx="441769" cy="1178150"/>
            </a:xfrm>
            <a:custGeom>
              <a:rect b="b" l="l" r="r" t="t"/>
              <a:pathLst>
                <a:path extrusionOk="0" h="1178150" w="441769">
                  <a:moveTo>
                    <a:pt x="61435" y="1102861"/>
                  </a:moveTo>
                  <a:cubicBezTo>
                    <a:pt x="20502" y="1052715"/>
                    <a:pt x="70" y="987750"/>
                    <a:pt x="70" y="908106"/>
                  </a:cubicBezTo>
                  <a:cubicBezTo>
                    <a:pt x="70" y="855713"/>
                    <a:pt x="5547" y="812098"/>
                    <a:pt x="16429" y="777193"/>
                  </a:cubicBezTo>
                  <a:lnTo>
                    <a:pt x="180022" y="777193"/>
                  </a:lnTo>
                  <a:cubicBezTo>
                    <a:pt x="174545" y="812098"/>
                    <a:pt x="171807" y="844827"/>
                    <a:pt x="171807" y="875378"/>
                  </a:cubicBezTo>
                  <a:cubicBezTo>
                    <a:pt x="171807" y="927771"/>
                    <a:pt x="175599" y="966750"/>
                    <a:pt x="183252" y="992385"/>
                  </a:cubicBezTo>
                  <a:cubicBezTo>
                    <a:pt x="190905" y="1018020"/>
                    <a:pt x="203402" y="1030873"/>
                    <a:pt x="220885" y="1030873"/>
                  </a:cubicBezTo>
                  <a:cubicBezTo>
                    <a:pt x="236121" y="1030873"/>
                    <a:pt x="246793" y="1022726"/>
                    <a:pt x="252761" y="1006362"/>
                  </a:cubicBezTo>
                  <a:cubicBezTo>
                    <a:pt x="258729" y="989997"/>
                    <a:pt x="261748" y="962185"/>
                    <a:pt x="261748" y="922925"/>
                  </a:cubicBezTo>
                  <a:cubicBezTo>
                    <a:pt x="261748" y="874957"/>
                    <a:pt x="252199" y="831272"/>
                    <a:pt x="233102" y="792012"/>
                  </a:cubicBezTo>
                  <a:cubicBezTo>
                    <a:pt x="214004" y="752752"/>
                    <a:pt x="184305" y="705275"/>
                    <a:pt x="143933" y="649651"/>
                  </a:cubicBezTo>
                  <a:cubicBezTo>
                    <a:pt x="97032" y="586371"/>
                    <a:pt x="61294" y="528851"/>
                    <a:pt x="36791" y="477019"/>
                  </a:cubicBezTo>
                  <a:cubicBezTo>
                    <a:pt x="12217" y="42518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680" y="79363"/>
                  </a:cubicBezTo>
                  <a:cubicBezTo>
                    <a:pt x="99489" y="26478"/>
                    <a:pt x="153201" y="0"/>
                    <a:pt x="220815" y="0"/>
                  </a:cubicBezTo>
                  <a:cubicBezTo>
                    <a:pt x="288428" y="0"/>
                    <a:pt x="339402" y="25143"/>
                    <a:pt x="380335" y="75289"/>
                  </a:cubicBezTo>
                  <a:cubicBezTo>
                    <a:pt x="421268" y="125505"/>
                    <a:pt x="441700" y="190400"/>
                    <a:pt x="441700" y="270044"/>
                  </a:cubicBezTo>
                  <a:cubicBezTo>
                    <a:pt x="441700" y="322437"/>
                    <a:pt x="436223" y="366052"/>
                    <a:pt x="425341" y="400957"/>
                  </a:cubicBezTo>
                  <a:lnTo>
                    <a:pt x="261748" y="400957"/>
                  </a:lnTo>
                  <a:cubicBezTo>
                    <a:pt x="26722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8" y="185765"/>
                  </a:cubicBezTo>
                  <a:cubicBezTo>
                    <a:pt x="250865" y="160130"/>
                    <a:pt x="238297" y="147278"/>
                    <a:pt x="220885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8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8" y="575555"/>
                    <a:pt x="380476" y="634691"/>
                    <a:pt x="404979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0" y="1042250"/>
                    <a:pt x="382090" y="1096610"/>
                  </a:cubicBezTo>
                  <a:cubicBezTo>
                    <a:pt x="342281" y="1150970"/>
                    <a:pt x="288569" y="1178150"/>
                    <a:pt x="220955" y="1178150"/>
                  </a:cubicBezTo>
                  <a:cubicBezTo>
                    <a:pt x="153341" y="1178150"/>
                    <a:pt x="102368" y="1153077"/>
                    <a:pt x="61435" y="11028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48"/>
            <p:cNvSpPr/>
            <p:nvPr/>
          </p:nvSpPr>
          <p:spPr>
            <a:xfrm>
              <a:off x="6968630" y="2781066"/>
              <a:ext cx="474418" cy="1145562"/>
            </a:xfrm>
            <a:custGeom>
              <a:rect b="b" l="l" r="r" t="t"/>
              <a:pathLst>
                <a:path extrusionOk="0" h="1145562" w="474418">
                  <a:moveTo>
                    <a:pt x="327185" y="1145562"/>
                  </a:moveTo>
                  <a:lnTo>
                    <a:pt x="147233" y="1145562"/>
                  </a:lnTo>
                  <a:lnTo>
                    <a:pt x="147233" y="163642"/>
                  </a:lnTo>
                  <a:lnTo>
                    <a:pt x="0" y="163642"/>
                  </a:lnTo>
                  <a:lnTo>
                    <a:pt x="0" y="0"/>
                  </a:lnTo>
                  <a:lnTo>
                    <a:pt x="474418" y="0"/>
                  </a:lnTo>
                  <a:lnTo>
                    <a:pt x="474418" y="163642"/>
                  </a:lnTo>
                  <a:lnTo>
                    <a:pt x="327185" y="163642"/>
                  </a:lnTo>
                  <a:lnTo>
                    <a:pt x="327185" y="1145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48"/>
            <p:cNvSpPr/>
            <p:nvPr/>
          </p:nvSpPr>
          <p:spPr>
            <a:xfrm>
              <a:off x="7676993" y="2781066"/>
              <a:ext cx="359903" cy="1145562"/>
            </a:xfrm>
            <a:custGeom>
              <a:rect b="b" l="l" r="r" t="t"/>
              <a:pathLst>
                <a:path extrusionOk="0" h="1145562" w="359903">
                  <a:moveTo>
                    <a:pt x="179951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59903" y="0"/>
                  </a:lnTo>
                  <a:lnTo>
                    <a:pt x="359903" y="163642"/>
                  </a:lnTo>
                  <a:lnTo>
                    <a:pt x="179951" y="163642"/>
                  </a:lnTo>
                  <a:lnTo>
                    <a:pt x="179951" y="507289"/>
                  </a:lnTo>
                  <a:lnTo>
                    <a:pt x="310826" y="507289"/>
                  </a:lnTo>
                  <a:lnTo>
                    <a:pt x="310826" y="670931"/>
                  </a:lnTo>
                  <a:lnTo>
                    <a:pt x="179951" y="670931"/>
                  </a:lnTo>
                  <a:lnTo>
                    <a:pt x="179951" y="1145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48"/>
            <p:cNvSpPr/>
            <p:nvPr/>
          </p:nvSpPr>
          <p:spPr>
            <a:xfrm>
              <a:off x="8102333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48"/>
            <p:cNvSpPr/>
            <p:nvPr/>
          </p:nvSpPr>
          <p:spPr>
            <a:xfrm>
              <a:off x="8535818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9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9" y="0"/>
                  </a:lnTo>
                  <a:lnTo>
                    <a:pt x="368119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9" y="981921"/>
                  </a:lnTo>
                  <a:lnTo>
                    <a:pt x="368119" y="11455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48"/>
            <p:cNvSpPr/>
            <p:nvPr/>
          </p:nvSpPr>
          <p:spPr>
            <a:xfrm>
              <a:off x="8969374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179952" y="0"/>
                  </a:lnTo>
                  <a:lnTo>
                    <a:pt x="179952" y="981850"/>
                  </a:lnTo>
                  <a:lnTo>
                    <a:pt x="368118" y="981850"/>
                  </a:lnTo>
                  <a:lnTo>
                    <a:pt x="368118" y="1145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48"/>
            <p:cNvSpPr/>
            <p:nvPr/>
          </p:nvSpPr>
          <p:spPr>
            <a:xfrm>
              <a:off x="9361925" y="2764842"/>
              <a:ext cx="441770" cy="1178150"/>
            </a:xfrm>
            <a:custGeom>
              <a:rect b="b" l="l" r="r" t="t"/>
              <a:pathLst>
                <a:path extrusionOk="0" h="1178150" w="441770">
                  <a:moveTo>
                    <a:pt x="61435" y="1102861"/>
                  </a:moveTo>
                  <a:cubicBezTo>
                    <a:pt x="20502" y="1052715"/>
                    <a:pt x="70" y="987750"/>
                    <a:pt x="70" y="908106"/>
                  </a:cubicBezTo>
                  <a:cubicBezTo>
                    <a:pt x="70" y="855713"/>
                    <a:pt x="5547" y="812098"/>
                    <a:pt x="16430" y="777193"/>
                  </a:cubicBezTo>
                  <a:lnTo>
                    <a:pt x="180022" y="777193"/>
                  </a:lnTo>
                  <a:cubicBezTo>
                    <a:pt x="174546" y="812098"/>
                    <a:pt x="171808" y="844827"/>
                    <a:pt x="171808" y="875378"/>
                  </a:cubicBezTo>
                  <a:cubicBezTo>
                    <a:pt x="171808" y="927771"/>
                    <a:pt x="175599" y="966750"/>
                    <a:pt x="183252" y="992385"/>
                  </a:cubicBezTo>
                  <a:cubicBezTo>
                    <a:pt x="190905" y="1018020"/>
                    <a:pt x="203403" y="1030873"/>
                    <a:pt x="220886" y="1030873"/>
                  </a:cubicBezTo>
                  <a:cubicBezTo>
                    <a:pt x="236121" y="1030873"/>
                    <a:pt x="246793" y="1022726"/>
                    <a:pt x="252761" y="1006362"/>
                  </a:cubicBezTo>
                  <a:cubicBezTo>
                    <a:pt x="258730" y="989997"/>
                    <a:pt x="261748" y="962185"/>
                    <a:pt x="261748" y="922925"/>
                  </a:cubicBezTo>
                  <a:cubicBezTo>
                    <a:pt x="261748" y="874957"/>
                    <a:pt x="252200" y="831272"/>
                    <a:pt x="233102" y="792012"/>
                  </a:cubicBezTo>
                  <a:cubicBezTo>
                    <a:pt x="214005" y="752752"/>
                    <a:pt x="184305" y="705275"/>
                    <a:pt x="143933" y="649651"/>
                  </a:cubicBezTo>
                  <a:cubicBezTo>
                    <a:pt x="97033" y="586371"/>
                    <a:pt x="61295" y="528851"/>
                    <a:pt x="36792" y="477019"/>
                  </a:cubicBezTo>
                  <a:cubicBezTo>
                    <a:pt x="12218" y="42518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680" y="79363"/>
                  </a:cubicBezTo>
                  <a:cubicBezTo>
                    <a:pt x="99490" y="26478"/>
                    <a:pt x="153202" y="0"/>
                    <a:pt x="220815" y="0"/>
                  </a:cubicBezTo>
                  <a:cubicBezTo>
                    <a:pt x="288429" y="0"/>
                    <a:pt x="339402" y="25143"/>
                    <a:pt x="380335" y="75289"/>
                  </a:cubicBezTo>
                  <a:cubicBezTo>
                    <a:pt x="421268" y="125505"/>
                    <a:pt x="441700" y="190400"/>
                    <a:pt x="441700" y="270044"/>
                  </a:cubicBezTo>
                  <a:cubicBezTo>
                    <a:pt x="441700" y="322437"/>
                    <a:pt x="436223" y="366052"/>
                    <a:pt x="425341" y="400957"/>
                  </a:cubicBezTo>
                  <a:lnTo>
                    <a:pt x="261748" y="400957"/>
                  </a:lnTo>
                  <a:cubicBezTo>
                    <a:pt x="26722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9" y="185765"/>
                  </a:cubicBezTo>
                  <a:cubicBezTo>
                    <a:pt x="250866" y="160130"/>
                    <a:pt x="238298" y="147278"/>
                    <a:pt x="220886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9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9" y="575555"/>
                    <a:pt x="380476" y="634691"/>
                    <a:pt x="404980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1" y="1042250"/>
                    <a:pt x="382091" y="1096610"/>
                  </a:cubicBezTo>
                  <a:cubicBezTo>
                    <a:pt x="342281" y="1150970"/>
                    <a:pt x="288569" y="1178150"/>
                    <a:pt x="220956" y="1178150"/>
                  </a:cubicBezTo>
                  <a:cubicBezTo>
                    <a:pt x="153342" y="1178150"/>
                    <a:pt x="102369" y="1153077"/>
                    <a:pt x="61435" y="11028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48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2" name="Google Shape;322;p48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323" name="Google Shape;32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BLANK_1">
    <p:bg>
      <p:bgPr>
        <a:solidFill>
          <a:schemeClr val="dk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9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7" name="Google Shape;327;p49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Hyper ">
  <p:cSld name="BLANK_1_4">
    <p:bg>
      <p:bgPr>
        <a:solidFill>
          <a:schemeClr val="accen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0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1" name="Google Shape;331;p50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Grey">
  <p:cSld name="BLANK_1_4_1">
    <p:bg>
      <p:bgPr>
        <a:solidFill>
          <a:schemeClr val="accent6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1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5" name="Google Shape;335;p51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Text - Grey">
  <p:cSld name="BLANK_1_3">
    <p:bg>
      <p:bgPr>
        <a:solidFill>
          <a:srgbClr val="B9C2C6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338" name="Google Shape;33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3263" y="4152132"/>
            <a:ext cx="742323" cy="23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2"/>
          <p:cNvPicPr preferRelativeResize="0"/>
          <p:nvPr/>
        </p:nvPicPr>
        <p:blipFill rotWithShape="1">
          <a:blip r:embed="rId3">
            <a:alphaModFix/>
          </a:blip>
          <a:srcRect b="1305" l="0" r="0" t="1315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Text - Hyper ">
  <p:cSld name="BLANK_1_3_1">
    <p:bg>
      <p:bgPr>
        <a:solidFill>
          <a:schemeClr val="accen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3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342" name="Google Shape;342;p53"/>
          <p:cNvPicPr preferRelativeResize="0"/>
          <p:nvPr/>
        </p:nvPicPr>
        <p:blipFill rotWithShape="1">
          <a:blip r:embed="rId2">
            <a:alphaModFix/>
          </a:blip>
          <a:srcRect b="1305" l="0" r="0" t="1315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263" y="4152132"/>
            <a:ext cx="742323" cy="232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Text - Dark">
  <p:cSld name="BLANK_1_3_1_1">
    <p:bg>
      <p:bgPr>
        <a:solidFill>
          <a:schemeClr val="dk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346" name="Google Shape;346;p54"/>
          <p:cNvPicPr preferRelativeResize="0"/>
          <p:nvPr/>
        </p:nvPicPr>
        <p:blipFill rotWithShape="1">
          <a:blip r:embed="rId2">
            <a:alphaModFix/>
          </a:blip>
          <a:srcRect b="1305" l="0" r="0" t="1315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263" y="4152132"/>
            <a:ext cx="742323" cy="232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ig Statement - Dark">
  <p:cSld name="BLANK_1_2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5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1" name="Google Shape;351;p55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52" name="Google Shape;352;p55"/>
          <p:cNvSpPr txBox="1"/>
          <p:nvPr>
            <p:ph idx="1" type="subTitle"/>
          </p:nvPr>
        </p:nvSpPr>
        <p:spPr>
          <a:xfrm>
            <a:off x="298725" y="979998"/>
            <a:ext cx="8037000" cy="22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53" name="Google Shape;353;p55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ig Statement - Hyper ">
  <p:cSld name="BLANK_1_2_1">
    <p:bg>
      <p:bgPr>
        <a:solidFill>
          <a:schemeClr val="accen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6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7" name="Google Shape;357;p56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58" name="Google Shape;358;p56"/>
          <p:cNvSpPr txBox="1"/>
          <p:nvPr>
            <p:ph idx="1" type="subTitle"/>
          </p:nvPr>
        </p:nvSpPr>
        <p:spPr>
          <a:xfrm>
            <a:off x="298725" y="979998"/>
            <a:ext cx="8037000" cy="22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59" name="Google Shape;359;p56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ig Statement - Red 1">
  <p:cSld name="BLANK_1_2_1_1"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7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62" name="Google Shape;362;p57"/>
          <p:cNvSpPr txBox="1"/>
          <p:nvPr>
            <p:ph idx="1" type="subTitle"/>
          </p:nvPr>
        </p:nvSpPr>
        <p:spPr>
          <a:xfrm>
            <a:off x="298725" y="979998"/>
            <a:ext cx="8037000" cy="22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pace Grotesk"/>
              <a:buNone/>
              <a:defRPr sz="4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63" name="Google Shape;363;p57"/>
          <p:cNvSpPr txBox="1"/>
          <p:nvPr>
            <p:ph idx="2" type="subTitle"/>
          </p:nvPr>
        </p:nvSpPr>
        <p:spPr>
          <a:xfrm>
            <a:off x="501025" y="568550"/>
            <a:ext cx="3091800" cy="24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64" name="Google Shape;364;p57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65" name="Google Shape;365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Texture Tagline - Dark">
  <p:cSld name="BLANK_1_1">
    <p:bg>
      <p:bgPr>
        <a:solidFill>
          <a:schemeClr val="dk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5175"/>
            <a:ext cx="9144000" cy="51435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8" name="Google Shape;368;p58"/>
          <p:cNvGrpSpPr/>
          <p:nvPr/>
        </p:nvGrpSpPr>
        <p:grpSpPr>
          <a:xfrm>
            <a:off x="1942026" y="2177798"/>
            <a:ext cx="5259945" cy="797231"/>
            <a:chOff x="2029611" y="2764702"/>
            <a:chExt cx="7774084" cy="1178290"/>
          </a:xfrm>
        </p:grpSpPr>
        <p:sp>
          <p:nvSpPr>
            <p:cNvPr id="369" name="Google Shape;369;p58"/>
            <p:cNvSpPr/>
            <p:nvPr/>
          </p:nvSpPr>
          <p:spPr>
            <a:xfrm>
              <a:off x="2029611" y="2764702"/>
              <a:ext cx="441770" cy="1178150"/>
            </a:xfrm>
            <a:custGeom>
              <a:rect b="b" l="l" r="r" t="t"/>
              <a:pathLst>
                <a:path extrusionOk="0" h="1178150" w="441770">
                  <a:moveTo>
                    <a:pt x="61365" y="1103001"/>
                  </a:moveTo>
                  <a:cubicBezTo>
                    <a:pt x="20432" y="1052855"/>
                    <a:pt x="0" y="987890"/>
                    <a:pt x="0" y="908247"/>
                  </a:cubicBezTo>
                  <a:cubicBezTo>
                    <a:pt x="0" y="855853"/>
                    <a:pt x="5476" y="812239"/>
                    <a:pt x="16359" y="777333"/>
                  </a:cubicBezTo>
                  <a:lnTo>
                    <a:pt x="179952" y="777333"/>
                  </a:lnTo>
                  <a:cubicBezTo>
                    <a:pt x="174475" y="812239"/>
                    <a:pt x="171737" y="844967"/>
                    <a:pt x="171737" y="875518"/>
                  </a:cubicBezTo>
                  <a:cubicBezTo>
                    <a:pt x="171737" y="927912"/>
                    <a:pt x="175528" y="966891"/>
                    <a:pt x="183182" y="992526"/>
                  </a:cubicBezTo>
                  <a:cubicBezTo>
                    <a:pt x="190764" y="1018161"/>
                    <a:pt x="203332" y="1031013"/>
                    <a:pt x="220815" y="1031013"/>
                  </a:cubicBezTo>
                  <a:cubicBezTo>
                    <a:pt x="236051" y="1031013"/>
                    <a:pt x="246723" y="1022866"/>
                    <a:pt x="252691" y="1006502"/>
                  </a:cubicBezTo>
                  <a:cubicBezTo>
                    <a:pt x="258659" y="990138"/>
                    <a:pt x="261678" y="962326"/>
                    <a:pt x="261678" y="923066"/>
                  </a:cubicBezTo>
                  <a:cubicBezTo>
                    <a:pt x="261678" y="875097"/>
                    <a:pt x="252129" y="831412"/>
                    <a:pt x="233032" y="792152"/>
                  </a:cubicBezTo>
                  <a:cubicBezTo>
                    <a:pt x="213934" y="752892"/>
                    <a:pt x="184235" y="705415"/>
                    <a:pt x="143863" y="649791"/>
                  </a:cubicBezTo>
                  <a:cubicBezTo>
                    <a:pt x="96962" y="586512"/>
                    <a:pt x="61224" y="528991"/>
                    <a:pt x="36721" y="477160"/>
                  </a:cubicBezTo>
                  <a:cubicBezTo>
                    <a:pt x="12287" y="42525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750" y="79363"/>
                  </a:cubicBezTo>
                  <a:cubicBezTo>
                    <a:pt x="99490" y="26478"/>
                    <a:pt x="153201" y="0"/>
                    <a:pt x="220885" y="0"/>
                  </a:cubicBezTo>
                  <a:cubicBezTo>
                    <a:pt x="288569" y="0"/>
                    <a:pt x="339472" y="25143"/>
                    <a:pt x="380405" y="75289"/>
                  </a:cubicBezTo>
                  <a:cubicBezTo>
                    <a:pt x="421339" y="125505"/>
                    <a:pt x="441770" y="190400"/>
                    <a:pt x="441770" y="270044"/>
                  </a:cubicBezTo>
                  <a:cubicBezTo>
                    <a:pt x="441770" y="322437"/>
                    <a:pt x="436294" y="366052"/>
                    <a:pt x="425411" y="400957"/>
                  </a:cubicBezTo>
                  <a:lnTo>
                    <a:pt x="261818" y="400957"/>
                  </a:lnTo>
                  <a:cubicBezTo>
                    <a:pt x="26729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8" y="185765"/>
                  </a:cubicBezTo>
                  <a:cubicBezTo>
                    <a:pt x="250865" y="160130"/>
                    <a:pt x="238297" y="147278"/>
                    <a:pt x="220885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8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8" y="575555"/>
                    <a:pt x="380475" y="634691"/>
                    <a:pt x="404979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0" y="1042250"/>
                    <a:pt x="382020" y="1096610"/>
                  </a:cubicBezTo>
                  <a:cubicBezTo>
                    <a:pt x="342210" y="1150970"/>
                    <a:pt x="288499" y="1178150"/>
                    <a:pt x="220885" y="1178150"/>
                  </a:cubicBezTo>
                  <a:cubicBezTo>
                    <a:pt x="153271" y="1178150"/>
                    <a:pt x="102298" y="1153077"/>
                    <a:pt x="61365" y="11028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58"/>
            <p:cNvSpPr/>
            <p:nvPr/>
          </p:nvSpPr>
          <p:spPr>
            <a:xfrm>
              <a:off x="2544892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58"/>
            <p:cNvSpPr/>
            <p:nvPr/>
          </p:nvSpPr>
          <p:spPr>
            <a:xfrm>
              <a:off x="2978447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58"/>
            <p:cNvSpPr/>
            <p:nvPr/>
          </p:nvSpPr>
          <p:spPr>
            <a:xfrm>
              <a:off x="3614913" y="2781066"/>
              <a:ext cx="441699" cy="1145562"/>
            </a:xfrm>
            <a:custGeom>
              <a:rect b="b" l="l" r="r" t="t"/>
              <a:pathLst>
                <a:path extrusionOk="0" h="1145562" w="441699">
                  <a:moveTo>
                    <a:pt x="179952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179952" y="0"/>
                  </a:lnTo>
                  <a:lnTo>
                    <a:pt x="179952" y="490925"/>
                  </a:lnTo>
                  <a:lnTo>
                    <a:pt x="261748" y="490925"/>
                  </a:lnTo>
                  <a:lnTo>
                    <a:pt x="261748" y="0"/>
                  </a:lnTo>
                  <a:lnTo>
                    <a:pt x="441700" y="0"/>
                  </a:lnTo>
                  <a:lnTo>
                    <a:pt x="441700" y="1145562"/>
                  </a:lnTo>
                  <a:lnTo>
                    <a:pt x="261748" y="1145562"/>
                  </a:lnTo>
                  <a:lnTo>
                    <a:pt x="261748" y="654637"/>
                  </a:lnTo>
                  <a:lnTo>
                    <a:pt x="179952" y="654637"/>
                  </a:lnTo>
                  <a:lnTo>
                    <a:pt x="179952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58"/>
            <p:cNvSpPr/>
            <p:nvPr/>
          </p:nvSpPr>
          <p:spPr>
            <a:xfrm>
              <a:off x="4138409" y="2764702"/>
              <a:ext cx="490777" cy="1178220"/>
            </a:xfrm>
            <a:custGeom>
              <a:rect b="b" l="l" r="r" t="t"/>
              <a:pathLst>
                <a:path extrusionOk="0" h="1178220" w="490777">
                  <a:moveTo>
                    <a:pt x="60522" y="1033401"/>
                  </a:moveTo>
                  <a:cubicBezTo>
                    <a:pt x="20151" y="936831"/>
                    <a:pt x="0" y="788711"/>
                    <a:pt x="0" y="589110"/>
                  </a:cubicBezTo>
                  <a:cubicBezTo>
                    <a:pt x="0" y="389509"/>
                    <a:pt x="20151" y="241389"/>
                    <a:pt x="60522" y="144819"/>
                  </a:cubicBezTo>
                  <a:cubicBezTo>
                    <a:pt x="100894" y="48250"/>
                    <a:pt x="162469" y="0"/>
                    <a:pt x="245389" y="0"/>
                  </a:cubicBezTo>
                  <a:cubicBezTo>
                    <a:pt x="328308" y="0"/>
                    <a:pt x="389884" y="48250"/>
                    <a:pt x="430255" y="144819"/>
                  </a:cubicBezTo>
                  <a:cubicBezTo>
                    <a:pt x="470627" y="241389"/>
                    <a:pt x="490778" y="389509"/>
                    <a:pt x="490778" y="589110"/>
                  </a:cubicBezTo>
                  <a:cubicBezTo>
                    <a:pt x="490778" y="788711"/>
                    <a:pt x="470557" y="936831"/>
                    <a:pt x="430255" y="1033401"/>
                  </a:cubicBezTo>
                  <a:cubicBezTo>
                    <a:pt x="389884" y="1129971"/>
                    <a:pt x="328238" y="1178220"/>
                    <a:pt x="245389" y="1178220"/>
                  </a:cubicBezTo>
                  <a:cubicBezTo>
                    <a:pt x="162539" y="1178220"/>
                    <a:pt x="100894" y="1129971"/>
                    <a:pt x="60522" y="1033401"/>
                  </a:cubicBezTo>
                  <a:close/>
                  <a:moveTo>
                    <a:pt x="283794" y="931985"/>
                  </a:moveTo>
                  <a:cubicBezTo>
                    <a:pt x="290886" y="865967"/>
                    <a:pt x="294396" y="751698"/>
                    <a:pt x="294396" y="589110"/>
                  </a:cubicBezTo>
                  <a:cubicBezTo>
                    <a:pt x="294396" y="426522"/>
                    <a:pt x="290815" y="312324"/>
                    <a:pt x="283794" y="246235"/>
                  </a:cubicBezTo>
                  <a:cubicBezTo>
                    <a:pt x="276703" y="180217"/>
                    <a:pt x="263854" y="147207"/>
                    <a:pt x="245319" y="147207"/>
                  </a:cubicBezTo>
                  <a:cubicBezTo>
                    <a:pt x="226783" y="147207"/>
                    <a:pt x="213934" y="180217"/>
                    <a:pt x="206843" y="246235"/>
                  </a:cubicBezTo>
                  <a:cubicBezTo>
                    <a:pt x="199751" y="312254"/>
                    <a:pt x="196241" y="426522"/>
                    <a:pt x="196241" y="589110"/>
                  </a:cubicBezTo>
                  <a:cubicBezTo>
                    <a:pt x="196241" y="751698"/>
                    <a:pt x="199751" y="865967"/>
                    <a:pt x="206843" y="931985"/>
                  </a:cubicBezTo>
                  <a:cubicBezTo>
                    <a:pt x="213934" y="998004"/>
                    <a:pt x="226713" y="1031013"/>
                    <a:pt x="245319" y="1031013"/>
                  </a:cubicBezTo>
                  <a:cubicBezTo>
                    <a:pt x="263925" y="1031013"/>
                    <a:pt x="276633" y="998004"/>
                    <a:pt x="283794" y="931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58"/>
            <p:cNvSpPr/>
            <p:nvPr/>
          </p:nvSpPr>
          <p:spPr>
            <a:xfrm>
              <a:off x="4694554" y="2781066"/>
              <a:ext cx="670869" cy="1145562"/>
            </a:xfrm>
            <a:custGeom>
              <a:rect b="b" l="l" r="r" t="t"/>
              <a:pathLst>
                <a:path extrusionOk="0" h="1145562" w="670869">
                  <a:moveTo>
                    <a:pt x="269963" y="1145562"/>
                  </a:moveTo>
                  <a:lnTo>
                    <a:pt x="40933" y="1145562"/>
                  </a:lnTo>
                  <a:lnTo>
                    <a:pt x="0" y="0"/>
                  </a:lnTo>
                  <a:lnTo>
                    <a:pt x="188166" y="0"/>
                  </a:lnTo>
                  <a:lnTo>
                    <a:pt x="163592" y="957339"/>
                  </a:lnTo>
                  <a:lnTo>
                    <a:pt x="188166" y="957339"/>
                  </a:lnTo>
                  <a:lnTo>
                    <a:pt x="261818" y="327283"/>
                  </a:lnTo>
                  <a:lnTo>
                    <a:pt x="409052" y="327283"/>
                  </a:lnTo>
                  <a:lnTo>
                    <a:pt x="482703" y="957339"/>
                  </a:lnTo>
                  <a:lnTo>
                    <a:pt x="507277" y="957339"/>
                  </a:lnTo>
                  <a:lnTo>
                    <a:pt x="482703" y="0"/>
                  </a:lnTo>
                  <a:lnTo>
                    <a:pt x="670870" y="0"/>
                  </a:lnTo>
                  <a:lnTo>
                    <a:pt x="629937" y="1145562"/>
                  </a:lnTo>
                  <a:lnTo>
                    <a:pt x="400907" y="1145562"/>
                  </a:lnTo>
                  <a:lnTo>
                    <a:pt x="343615" y="621909"/>
                  </a:lnTo>
                  <a:lnTo>
                    <a:pt x="327255" y="621909"/>
                  </a:lnTo>
                  <a:lnTo>
                    <a:pt x="269963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58"/>
            <p:cNvSpPr/>
            <p:nvPr/>
          </p:nvSpPr>
          <p:spPr>
            <a:xfrm>
              <a:off x="5649990" y="2781066"/>
              <a:ext cx="359903" cy="1145562"/>
            </a:xfrm>
            <a:custGeom>
              <a:rect b="b" l="l" r="r" t="t"/>
              <a:pathLst>
                <a:path extrusionOk="0" h="1145562" w="359903">
                  <a:moveTo>
                    <a:pt x="179952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59904" y="0"/>
                  </a:lnTo>
                  <a:lnTo>
                    <a:pt x="359904" y="163642"/>
                  </a:lnTo>
                  <a:lnTo>
                    <a:pt x="179952" y="163642"/>
                  </a:lnTo>
                  <a:lnTo>
                    <a:pt x="179952" y="507289"/>
                  </a:lnTo>
                  <a:lnTo>
                    <a:pt x="310826" y="507289"/>
                  </a:lnTo>
                  <a:lnTo>
                    <a:pt x="310826" y="670931"/>
                  </a:lnTo>
                  <a:lnTo>
                    <a:pt x="179952" y="670931"/>
                  </a:lnTo>
                  <a:lnTo>
                    <a:pt x="179952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58"/>
            <p:cNvSpPr/>
            <p:nvPr/>
          </p:nvSpPr>
          <p:spPr>
            <a:xfrm>
              <a:off x="5995290" y="2781066"/>
              <a:ext cx="490777" cy="1145562"/>
            </a:xfrm>
            <a:custGeom>
              <a:rect b="b" l="l" r="r" t="t"/>
              <a:pathLst>
                <a:path extrusionOk="0" h="1145562" w="490777">
                  <a:moveTo>
                    <a:pt x="490707" y="1145562"/>
                  </a:moveTo>
                  <a:lnTo>
                    <a:pt x="310756" y="1145562"/>
                  </a:lnTo>
                  <a:lnTo>
                    <a:pt x="297696" y="932828"/>
                  </a:lnTo>
                  <a:lnTo>
                    <a:pt x="193011" y="932828"/>
                  </a:lnTo>
                  <a:lnTo>
                    <a:pt x="179952" y="1145562"/>
                  </a:lnTo>
                  <a:lnTo>
                    <a:pt x="0" y="1145562"/>
                  </a:lnTo>
                  <a:lnTo>
                    <a:pt x="98155" y="0"/>
                  </a:lnTo>
                  <a:lnTo>
                    <a:pt x="392622" y="0"/>
                  </a:lnTo>
                  <a:lnTo>
                    <a:pt x="490777" y="1145562"/>
                  </a:lnTo>
                  <a:close/>
                  <a:moveTo>
                    <a:pt x="287867" y="769116"/>
                  </a:moveTo>
                  <a:lnTo>
                    <a:pt x="253533" y="188153"/>
                  </a:lnTo>
                  <a:lnTo>
                    <a:pt x="237174" y="188153"/>
                  </a:lnTo>
                  <a:lnTo>
                    <a:pt x="202841" y="769116"/>
                  </a:lnTo>
                  <a:lnTo>
                    <a:pt x="287937" y="7691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58"/>
            <p:cNvSpPr/>
            <p:nvPr/>
          </p:nvSpPr>
          <p:spPr>
            <a:xfrm>
              <a:off x="6510501" y="2764842"/>
              <a:ext cx="441769" cy="1178150"/>
            </a:xfrm>
            <a:custGeom>
              <a:rect b="b" l="l" r="r" t="t"/>
              <a:pathLst>
                <a:path extrusionOk="0" h="1178150" w="441769">
                  <a:moveTo>
                    <a:pt x="61435" y="1102861"/>
                  </a:moveTo>
                  <a:cubicBezTo>
                    <a:pt x="20502" y="1052715"/>
                    <a:pt x="70" y="987750"/>
                    <a:pt x="70" y="908106"/>
                  </a:cubicBezTo>
                  <a:cubicBezTo>
                    <a:pt x="70" y="855713"/>
                    <a:pt x="5547" y="812098"/>
                    <a:pt x="16429" y="777193"/>
                  </a:cubicBezTo>
                  <a:lnTo>
                    <a:pt x="180022" y="777193"/>
                  </a:lnTo>
                  <a:cubicBezTo>
                    <a:pt x="174545" y="812098"/>
                    <a:pt x="171807" y="844827"/>
                    <a:pt x="171807" y="875378"/>
                  </a:cubicBezTo>
                  <a:cubicBezTo>
                    <a:pt x="171807" y="927771"/>
                    <a:pt x="175599" y="966750"/>
                    <a:pt x="183252" y="992385"/>
                  </a:cubicBezTo>
                  <a:cubicBezTo>
                    <a:pt x="190905" y="1018020"/>
                    <a:pt x="203402" y="1030873"/>
                    <a:pt x="220885" y="1030873"/>
                  </a:cubicBezTo>
                  <a:cubicBezTo>
                    <a:pt x="236121" y="1030873"/>
                    <a:pt x="246793" y="1022726"/>
                    <a:pt x="252761" y="1006362"/>
                  </a:cubicBezTo>
                  <a:cubicBezTo>
                    <a:pt x="258729" y="989997"/>
                    <a:pt x="261748" y="962185"/>
                    <a:pt x="261748" y="922925"/>
                  </a:cubicBezTo>
                  <a:cubicBezTo>
                    <a:pt x="261748" y="874957"/>
                    <a:pt x="252199" y="831272"/>
                    <a:pt x="233102" y="792012"/>
                  </a:cubicBezTo>
                  <a:cubicBezTo>
                    <a:pt x="214004" y="752752"/>
                    <a:pt x="184305" y="705275"/>
                    <a:pt x="143933" y="649651"/>
                  </a:cubicBezTo>
                  <a:cubicBezTo>
                    <a:pt x="97032" y="586371"/>
                    <a:pt x="61294" y="528851"/>
                    <a:pt x="36791" y="477019"/>
                  </a:cubicBezTo>
                  <a:cubicBezTo>
                    <a:pt x="12217" y="42518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680" y="79363"/>
                  </a:cubicBezTo>
                  <a:cubicBezTo>
                    <a:pt x="99489" y="26478"/>
                    <a:pt x="153201" y="0"/>
                    <a:pt x="220815" y="0"/>
                  </a:cubicBezTo>
                  <a:cubicBezTo>
                    <a:pt x="288428" y="0"/>
                    <a:pt x="339402" y="25143"/>
                    <a:pt x="380335" y="75289"/>
                  </a:cubicBezTo>
                  <a:cubicBezTo>
                    <a:pt x="421268" y="125505"/>
                    <a:pt x="441700" y="190400"/>
                    <a:pt x="441700" y="270044"/>
                  </a:cubicBezTo>
                  <a:cubicBezTo>
                    <a:pt x="441700" y="322437"/>
                    <a:pt x="436223" y="366052"/>
                    <a:pt x="425341" y="400957"/>
                  </a:cubicBezTo>
                  <a:lnTo>
                    <a:pt x="261748" y="400957"/>
                  </a:lnTo>
                  <a:cubicBezTo>
                    <a:pt x="26722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8" y="185765"/>
                  </a:cubicBezTo>
                  <a:cubicBezTo>
                    <a:pt x="250865" y="160130"/>
                    <a:pt x="238297" y="147278"/>
                    <a:pt x="220885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8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8" y="575555"/>
                    <a:pt x="380476" y="634691"/>
                    <a:pt x="404979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0" y="1042250"/>
                    <a:pt x="382090" y="1096610"/>
                  </a:cubicBezTo>
                  <a:cubicBezTo>
                    <a:pt x="342281" y="1150970"/>
                    <a:pt x="288569" y="1178150"/>
                    <a:pt x="220955" y="1178150"/>
                  </a:cubicBezTo>
                  <a:cubicBezTo>
                    <a:pt x="153341" y="1178150"/>
                    <a:pt x="102368" y="1153077"/>
                    <a:pt x="61435" y="11028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58"/>
            <p:cNvSpPr/>
            <p:nvPr/>
          </p:nvSpPr>
          <p:spPr>
            <a:xfrm>
              <a:off x="6968630" y="2781066"/>
              <a:ext cx="474418" cy="1145562"/>
            </a:xfrm>
            <a:custGeom>
              <a:rect b="b" l="l" r="r" t="t"/>
              <a:pathLst>
                <a:path extrusionOk="0" h="1145562" w="474418">
                  <a:moveTo>
                    <a:pt x="327185" y="1145562"/>
                  </a:moveTo>
                  <a:lnTo>
                    <a:pt x="147233" y="1145562"/>
                  </a:lnTo>
                  <a:lnTo>
                    <a:pt x="147233" y="163642"/>
                  </a:lnTo>
                  <a:lnTo>
                    <a:pt x="0" y="163642"/>
                  </a:lnTo>
                  <a:lnTo>
                    <a:pt x="0" y="0"/>
                  </a:lnTo>
                  <a:lnTo>
                    <a:pt x="474418" y="0"/>
                  </a:lnTo>
                  <a:lnTo>
                    <a:pt x="474418" y="163642"/>
                  </a:lnTo>
                  <a:lnTo>
                    <a:pt x="327185" y="163642"/>
                  </a:lnTo>
                  <a:lnTo>
                    <a:pt x="327185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58"/>
            <p:cNvSpPr/>
            <p:nvPr/>
          </p:nvSpPr>
          <p:spPr>
            <a:xfrm>
              <a:off x="7676993" y="2781066"/>
              <a:ext cx="359903" cy="1145562"/>
            </a:xfrm>
            <a:custGeom>
              <a:rect b="b" l="l" r="r" t="t"/>
              <a:pathLst>
                <a:path extrusionOk="0" h="1145562" w="359903">
                  <a:moveTo>
                    <a:pt x="179951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59903" y="0"/>
                  </a:lnTo>
                  <a:lnTo>
                    <a:pt x="359903" y="163642"/>
                  </a:lnTo>
                  <a:lnTo>
                    <a:pt x="179951" y="163642"/>
                  </a:lnTo>
                  <a:lnTo>
                    <a:pt x="179951" y="507289"/>
                  </a:lnTo>
                  <a:lnTo>
                    <a:pt x="310826" y="507289"/>
                  </a:lnTo>
                  <a:lnTo>
                    <a:pt x="310826" y="670931"/>
                  </a:lnTo>
                  <a:lnTo>
                    <a:pt x="179951" y="670931"/>
                  </a:lnTo>
                  <a:lnTo>
                    <a:pt x="179951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58"/>
            <p:cNvSpPr/>
            <p:nvPr/>
          </p:nvSpPr>
          <p:spPr>
            <a:xfrm>
              <a:off x="8102333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58"/>
            <p:cNvSpPr/>
            <p:nvPr/>
          </p:nvSpPr>
          <p:spPr>
            <a:xfrm>
              <a:off x="8535818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9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9" y="0"/>
                  </a:lnTo>
                  <a:lnTo>
                    <a:pt x="368119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9" y="981921"/>
                  </a:lnTo>
                  <a:lnTo>
                    <a:pt x="368119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58"/>
            <p:cNvSpPr/>
            <p:nvPr/>
          </p:nvSpPr>
          <p:spPr>
            <a:xfrm>
              <a:off x="8969374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179952" y="0"/>
                  </a:lnTo>
                  <a:lnTo>
                    <a:pt x="179952" y="981850"/>
                  </a:lnTo>
                  <a:lnTo>
                    <a:pt x="368118" y="981850"/>
                  </a:lnTo>
                  <a:lnTo>
                    <a:pt x="368118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58"/>
            <p:cNvSpPr/>
            <p:nvPr/>
          </p:nvSpPr>
          <p:spPr>
            <a:xfrm>
              <a:off x="9361925" y="2764842"/>
              <a:ext cx="441770" cy="1178150"/>
            </a:xfrm>
            <a:custGeom>
              <a:rect b="b" l="l" r="r" t="t"/>
              <a:pathLst>
                <a:path extrusionOk="0" h="1178150" w="441770">
                  <a:moveTo>
                    <a:pt x="61435" y="1102861"/>
                  </a:moveTo>
                  <a:cubicBezTo>
                    <a:pt x="20502" y="1052715"/>
                    <a:pt x="70" y="987750"/>
                    <a:pt x="70" y="908106"/>
                  </a:cubicBezTo>
                  <a:cubicBezTo>
                    <a:pt x="70" y="855713"/>
                    <a:pt x="5547" y="812098"/>
                    <a:pt x="16430" y="777193"/>
                  </a:cubicBezTo>
                  <a:lnTo>
                    <a:pt x="180022" y="777193"/>
                  </a:lnTo>
                  <a:cubicBezTo>
                    <a:pt x="174546" y="812098"/>
                    <a:pt x="171808" y="844827"/>
                    <a:pt x="171808" y="875378"/>
                  </a:cubicBezTo>
                  <a:cubicBezTo>
                    <a:pt x="171808" y="927771"/>
                    <a:pt x="175599" y="966750"/>
                    <a:pt x="183252" y="992385"/>
                  </a:cubicBezTo>
                  <a:cubicBezTo>
                    <a:pt x="190905" y="1018020"/>
                    <a:pt x="203403" y="1030873"/>
                    <a:pt x="220886" y="1030873"/>
                  </a:cubicBezTo>
                  <a:cubicBezTo>
                    <a:pt x="236121" y="1030873"/>
                    <a:pt x="246793" y="1022726"/>
                    <a:pt x="252761" y="1006362"/>
                  </a:cubicBezTo>
                  <a:cubicBezTo>
                    <a:pt x="258730" y="989997"/>
                    <a:pt x="261748" y="962185"/>
                    <a:pt x="261748" y="922925"/>
                  </a:cubicBezTo>
                  <a:cubicBezTo>
                    <a:pt x="261748" y="874957"/>
                    <a:pt x="252200" y="831272"/>
                    <a:pt x="233102" y="792012"/>
                  </a:cubicBezTo>
                  <a:cubicBezTo>
                    <a:pt x="214005" y="752752"/>
                    <a:pt x="184305" y="705275"/>
                    <a:pt x="143933" y="649651"/>
                  </a:cubicBezTo>
                  <a:cubicBezTo>
                    <a:pt x="97033" y="586371"/>
                    <a:pt x="61295" y="528851"/>
                    <a:pt x="36792" y="477019"/>
                  </a:cubicBezTo>
                  <a:cubicBezTo>
                    <a:pt x="12218" y="42518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680" y="79363"/>
                  </a:cubicBezTo>
                  <a:cubicBezTo>
                    <a:pt x="99490" y="26478"/>
                    <a:pt x="153202" y="0"/>
                    <a:pt x="220815" y="0"/>
                  </a:cubicBezTo>
                  <a:cubicBezTo>
                    <a:pt x="288429" y="0"/>
                    <a:pt x="339402" y="25143"/>
                    <a:pt x="380335" y="75289"/>
                  </a:cubicBezTo>
                  <a:cubicBezTo>
                    <a:pt x="421268" y="125505"/>
                    <a:pt x="441700" y="190400"/>
                    <a:pt x="441700" y="270044"/>
                  </a:cubicBezTo>
                  <a:cubicBezTo>
                    <a:pt x="441700" y="322437"/>
                    <a:pt x="436223" y="366052"/>
                    <a:pt x="425341" y="400957"/>
                  </a:cubicBezTo>
                  <a:lnTo>
                    <a:pt x="261748" y="400957"/>
                  </a:lnTo>
                  <a:cubicBezTo>
                    <a:pt x="26722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9" y="185765"/>
                  </a:cubicBezTo>
                  <a:cubicBezTo>
                    <a:pt x="250866" y="160130"/>
                    <a:pt x="238298" y="147278"/>
                    <a:pt x="220886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9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9" y="575555"/>
                    <a:pt x="380476" y="634691"/>
                    <a:pt x="404980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1" y="1042250"/>
                    <a:pt x="382091" y="1096610"/>
                  </a:cubicBezTo>
                  <a:cubicBezTo>
                    <a:pt x="342281" y="1150970"/>
                    <a:pt x="288569" y="1178150"/>
                    <a:pt x="220956" y="1178150"/>
                  </a:cubicBezTo>
                  <a:cubicBezTo>
                    <a:pt x="153342" y="1178150"/>
                    <a:pt x="102369" y="1153077"/>
                    <a:pt x="61435" y="11028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4" name="Google Shape;38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8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6" name="Google Shape;386;p58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Texture Tagline - Hyper ">
  <p:cSld name="BLANK_1_1_1">
    <p:bg>
      <p:bgPr>
        <a:solidFill>
          <a:schemeClr val="accen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59"/>
          <p:cNvGrpSpPr/>
          <p:nvPr/>
        </p:nvGrpSpPr>
        <p:grpSpPr>
          <a:xfrm>
            <a:off x="1942026" y="2177798"/>
            <a:ext cx="5259945" cy="797231"/>
            <a:chOff x="2029611" y="2764702"/>
            <a:chExt cx="7774084" cy="1178290"/>
          </a:xfrm>
        </p:grpSpPr>
        <p:sp>
          <p:nvSpPr>
            <p:cNvPr id="390" name="Google Shape;390;p59"/>
            <p:cNvSpPr/>
            <p:nvPr/>
          </p:nvSpPr>
          <p:spPr>
            <a:xfrm>
              <a:off x="2029611" y="2764702"/>
              <a:ext cx="441770" cy="1178150"/>
            </a:xfrm>
            <a:custGeom>
              <a:rect b="b" l="l" r="r" t="t"/>
              <a:pathLst>
                <a:path extrusionOk="0" h="1178150" w="441770">
                  <a:moveTo>
                    <a:pt x="61365" y="1103001"/>
                  </a:moveTo>
                  <a:cubicBezTo>
                    <a:pt x="20432" y="1052855"/>
                    <a:pt x="0" y="987890"/>
                    <a:pt x="0" y="908247"/>
                  </a:cubicBezTo>
                  <a:cubicBezTo>
                    <a:pt x="0" y="855853"/>
                    <a:pt x="5476" y="812239"/>
                    <a:pt x="16359" y="777333"/>
                  </a:cubicBezTo>
                  <a:lnTo>
                    <a:pt x="179952" y="777333"/>
                  </a:lnTo>
                  <a:cubicBezTo>
                    <a:pt x="174475" y="812239"/>
                    <a:pt x="171737" y="844967"/>
                    <a:pt x="171737" y="875518"/>
                  </a:cubicBezTo>
                  <a:cubicBezTo>
                    <a:pt x="171737" y="927912"/>
                    <a:pt x="175528" y="966891"/>
                    <a:pt x="183182" y="992526"/>
                  </a:cubicBezTo>
                  <a:cubicBezTo>
                    <a:pt x="190764" y="1018161"/>
                    <a:pt x="203332" y="1031013"/>
                    <a:pt x="220815" y="1031013"/>
                  </a:cubicBezTo>
                  <a:cubicBezTo>
                    <a:pt x="236051" y="1031013"/>
                    <a:pt x="246723" y="1022866"/>
                    <a:pt x="252691" y="1006502"/>
                  </a:cubicBezTo>
                  <a:cubicBezTo>
                    <a:pt x="258659" y="990138"/>
                    <a:pt x="261678" y="962326"/>
                    <a:pt x="261678" y="923066"/>
                  </a:cubicBezTo>
                  <a:cubicBezTo>
                    <a:pt x="261678" y="875097"/>
                    <a:pt x="252129" y="831412"/>
                    <a:pt x="233032" y="792152"/>
                  </a:cubicBezTo>
                  <a:cubicBezTo>
                    <a:pt x="213934" y="752892"/>
                    <a:pt x="184235" y="705415"/>
                    <a:pt x="143863" y="649791"/>
                  </a:cubicBezTo>
                  <a:cubicBezTo>
                    <a:pt x="96962" y="586512"/>
                    <a:pt x="61224" y="528991"/>
                    <a:pt x="36721" y="477160"/>
                  </a:cubicBezTo>
                  <a:cubicBezTo>
                    <a:pt x="12287" y="42525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750" y="79363"/>
                  </a:cubicBezTo>
                  <a:cubicBezTo>
                    <a:pt x="99490" y="26478"/>
                    <a:pt x="153201" y="0"/>
                    <a:pt x="220885" y="0"/>
                  </a:cubicBezTo>
                  <a:cubicBezTo>
                    <a:pt x="288569" y="0"/>
                    <a:pt x="339472" y="25143"/>
                    <a:pt x="380405" y="75289"/>
                  </a:cubicBezTo>
                  <a:cubicBezTo>
                    <a:pt x="421339" y="125505"/>
                    <a:pt x="441770" y="190400"/>
                    <a:pt x="441770" y="270044"/>
                  </a:cubicBezTo>
                  <a:cubicBezTo>
                    <a:pt x="441770" y="322437"/>
                    <a:pt x="436294" y="366052"/>
                    <a:pt x="425411" y="400957"/>
                  </a:cubicBezTo>
                  <a:lnTo>
                    <a:pt x="261818" y="400957"/>
                  </a:lnTo>
                  <a:cubicBezTo>
                    <a:pt x="26729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8" y="185765"/>
                  </a:cubicBezTo>
                  <a:cubicBezTo>
                    <a:pt x="250865" y="160130"/>
                    <a:pt x="238297" y="147278"/>
                    <a:pt x="220885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8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8" y="575555"/>
                    <a:pt x="380475" y="634691"/>
                    <a:pt x="404979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0" y="1042250"/>
                    <a:pt x="382020" y="1096610"/>
                  </a:cubicBezTo>
                  <a:cubicBezTo>
                    <a:pt x="342210" y="1150970"/>
                    <a:pt x="288499" y="1178150"/>
                    <a:pt x="220885" y="1178150"/>
                  </a:cubicBezTo>
                  <a:cubicBezTo>
                    <a:pt x="153271" y="1178150"/>
                    <a:pt x="102298" y="1153077"/>
                    <a:pt x="61365" y="11028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59"/>
            <p:cNvSpPr/>
            <p:nvPr/>
          </p:nvSpPr>
          <p:spPr>
            <a:xfrm>
              <a:off x="2544892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59"/>
            <p:cNvSpPr/>
            <p:nvPr/>
          </p:nvSpPr>
          <p:spPr>
            <a:xfrm>
              <a:off x="2978447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59"/>
            <p:cNvSpPr/>
            <p:nvPr/>
          </p:nvSpPr>
          <p:spPr>
            <a:xfrm>
              <a:off x="3614913" y="2781066"/>
              <a:ext cx="441699" cy="1145562"/>
            </a:xfrm>
            <a:custGeom>
              <a:rect b="b" l="l" r="r" t="t"/>
              <a:pathLst>
                <a:path extrusionOk="0" h="1145562" w="441699">
                  <a:moveTo>
                    <a:pt x="179952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179952" y="0"/>
                  </a:lnTo>
                  <a:lnTo>
                    <a:pt x="179952" y="490925"/>
                  </a:lnTo>
                  <a:lnTo>
                    <a:pt x="261748" y="490925"/>
                  </a:lnTo>
                  <a:lnTo>
                    <a:pt x="261748" y="0"/>
                  </a:lnTo>
                  <a:lnTo>
                    <a:pt x="441700" y="0"/>
                  </a:lnTo>
                  <a:lnTo>
                    <a:pt x="441700" y="1145562"/>
                  </a:lnTo>
                  <a:lnTo>
                    <a:pt x="261748" y="1145562"/>
                  </a:lnTo>
                  <a:lnTo>
                    <a:pt x="261748" y="654637"/>
                  </a:lnTo>
                  <a:lnTo>
                    <a:pt x="179952" y="654637"/>
                  </a:lnTo>
                  <a:lnTo>
                    <a:pt x="179952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59"/>
            <p:cNvSpPr/>
            <p:nvPr/>
          </p:nvSpPr>
          <p:spPr>
            <a:xfrm>
              <a:off x="4138409" y="2764702"/>
              <a:ext cx="490777" cy="1178220"/>
            </a:xfrm>
            <a:custGeom>
              <a:rect b="b" l="l" r="r" t="t"/>
              <a:pathLst>
                <a:path extrusionOk="0" h="1178220" w="490777">
                  <a:moveTo>
                    <a:pt x="60522" y="1033401"/>
                  </a:moveTo>
                  <a:cubicBezTo>
                    <a:pt x="20151" y="936831"/>
                    <a:pt x="0" y="788711"/>
                    <a:pt x="0" y="589110"/>
                  </a:cubicBezTo>
                  <a:cubicBezTo>
                    <a:pt x="0" y="389509"/>
                    <a:pt x="20151" y="241389"/>
                    <a:pt x="60522" y="144819"/>
                  </a:cubicBezTo>
                  <a:cubicBezTo>
                    <a:pt x="100894" y="48250"/>
                    <a:pt x="162469" y="0"/>
                    <a:pt x="245389" y="0"/>
                  </a:cubicBezTo>
                  <a:cubicBezTo>
                    <a:pt x="328308" y="0"/>
                    <a:pt x="389884" y="48250"/>
                    <a:pt x="430255" y="144819"/>
                  </a:cubicBezTo>
                  <a:cubicBezTo>
                    <a:pt x="470627" y="241389"/>
                    <a:pt x="490778" y="389509"/>
                    <a:pt x="490778" y="589110"/>
                  </a:cubicBezTo>
                  <a:cubicBezTo>
                    <a:pt x="490778" y="788711"/>
                    <a:pt x="470557" y="936831"/>
                    <a:pt x="430255" y="1033401"/>
                  </a:cubicBezTo>
                  <a:cubicBezTo>
                    <a:pt x="389884" y="1129971"/>
                    <a:pt x="328238" y="1178220"/>
                    <a:pt x="245389" y="1178220"/>
                  </a:cubicBezTo>
                  <a:cubicBezTo>
                    <a:pt x="162539" y="1178220"/>
                    <a:pt x="100894" y="1129971"/>
                    <a:pt x="60522" y="1033401"/>
                  </a:cubicBezTo>
                  <a:close/>
                  <a:moveTo>
                    <a:pt x="283794" y="931985"/>
                  </a:moveTo>
                  <a:cubicBezTo>
                    <a:pt x="290886" y="865967"/>
                    <a:pt x="294396" y="751698"/>
                    <a:pt x="294396" y="589110"/>
                  </a:cubicBezTo>
                  <a:cubicBezTo>
                    <a:pt x="294396" y="426522"/>
                    <a:pt x="290815" y="312324"/>
                    <a:pt x="283794" y="246235"/>
                  </a:cubicBezTo>
                  <a:cubicBezTo>
                    <a:pt x="276703" y="180217"/>
                    <a:pt x="263854" y="147207"/>
                    <a:pt x="245319" y="147207"/>
                  </a:cubicBezTo>
                  <a:cubicBezTo>
                    <a:pt x="226783" y="147207"/>
                    <a:pt x="213934" y="180217"/>
                    <a:pt x="206843" y="246235"/>
                  </a:cubicBezTo>
                  <a:cubicBezTo>
                    <a:pt x="199751" y="312254"/>
                    <a:pt x="196241" y="426522"/>
                    <a:pt x="196241" y="589110"/>
                  </a:cubicBezTo>
                  <a:cubicBezTo>
                    <a:pt x="196241" y="751698"/>
                    <a:pt x="199751" y="865967"/>
                    <a:pt x="206843" y="931985"/>
                  </a:cubicBezTo>
                  <a:cubicBezTo>
                    <a:pt x="213934" y="998004"/>
                    <a:pt x="226713" y="1031013"/>
                    <a:pt x="245319" y="1031013"/>
                  </a:cubicBezTo>
                  <a:cubicBezTo>
                    <a:pt x="263925" y="1031013"/>
                    <a:pt x="276633" y="998004"/>
                    <a:pt x="283794" y="931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59"/>
            <p:cNvSpPr/>
            <p:nvPr/>
          </p:nvSpPr>
          <p:spPr>
            <a:xfrm>
              <a:off x="4694554" y="2781066"/>
              <a:ext cx="670869" cy="1145562"/>
            </a:xfrm>
            <a:custGeom>
              <a:rect b="b" l="l" r="r" t="t"/>
              <a:pathLst>
                <a:path extrusionOk="0" h="1145562" w="670869">
                  <a:moveTo>
                    <a:pt x="269963" y="1145562"/>
                  </a:moveTo>
                  <a:lnTo>
                    <a:pt x="40933" y="1145562"/>
                  </a:lnTo>
                  <a:lnTo>
                    <a:pt x="0" y="0"/>
                  </a:lnTo>
                  <a:lnTo>
                    <a:pt x="188166" y="0"/>
                  </a:lnTo>
                  <a:lnTo>
                    <a:pt x="163592" y="957339"/>
                  </a:lnTo>
                  <a:lnTo>
                    <a:pt x="188166" y="957339"/>
                  </a:lnTo>
                  <a:lnTo>
                    <a:pt x="261818" y="327283"/>
                  </a:lnTo>
                  <a:lnTo>
                    <a:pt x="409052" y="327283"/>
                  </a:lnTo>
                  <a:lnTo>
                    <a:pt x="482703" y="957339"/>
                  </a:lnTo>
                  <a:lnTo>
                    <a:pt x="507277" y="957339"/>
                  </a:lnTo>
                  <a:lnTo>
                    <a:pt x="482703" y="0"/>
                  </a:lnTo>
                  <a:lnTo>
                    <a:pt x="670870" y="0"/>
                  </a:lnTo>
                  <a:lnTo>
                    <a:pt x="629937" y="1145562"/>
                  </a:lnTo>
                  <a:lnTo>
                    <a:pt x="400907" y="1145562"/>
                  </a:lnTo>
                  <a:lnTo>
                    <a:pt x="343615" y="621909"/>
                  </a:lnTo>
                  <a:lnTo>
                    <a:pt x="327255" y="621909"/>
                  </a:lnTo>
                  <a:lnTo>
                    <a:pt x="269963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59"/>
            <p:cNvSpPr/>
            <p:nvPr/>
          </p:nvSpPr>
          <p:spPr>
            <a:xfrm>
              <a:off x="5649990" y="2781066"/>
              <a:ext cx="359903" cy="1145562"/>
            </a:xfrm>
            <a:custGeom>
              <a:rect b="b" l="l" r="r" t="t"/>
              <a:pathLst>
                <a:path extrusionOk="0" h="1145562" w="359903">
                  <a:moveTo>
                    <a:pt x="179952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59904" y="0"/>
                  </a:lnTo>
                  <a:lnTo>
                    <a:pt x="359904" y="163642"/>
                  </a:lnTo>
                  <a:lnTo>
                    <a:pt x="179952" y="163642"/>
                  </a:lnTo>
                  <a:lnTo>
                    <a:pt x="179952" y="507289"/>
                  </a:lnTo>
                  <a:lnTo>
                    <a:pt x="310826" y="507289"/>
                  </a:lnTo>
                  <a:lnTo>
                    <a:pt x="310826" y="670931"/>
                  </a:lnTo>
                  <a:lnTo>
                    <a:pt x="179952" y="670931"/>
                  </a:lnTo>
                  <a:lnTo>
                    <a:pt x="179952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59"/>
            <p:cNvSpPr/>
            <p:nvPr/>
          </p:nvSpPr>
          <p:spPr>
            <a:xfrm>
              <a:off x="5995290" y="2781066"/>
              <a:ext cx="490777" cy="1145562"/>
            </a:xfrm>
            <a:custGeom>
              <a:rect b="b" l="l" r="r" t="t"/>
              <a:pathLst>
                <a:path extrusionOk="0" h="1145562" w="490777">
                  <a:moveTo>
                    <a:pt x="490707" y="1145562"/>
                  </a:moveTo>
                  <a:lnTo>
                    <a:pt x="310756" y="1145562"/>
                  </a:lnTo>
                  <a:lnTo>
                    <a:pt x="297696" y="932828"/>
                  </a:lnTo>
                  <a:lnTo>
                    <a:pt x="193011" y="932828"/>
                  </a:lnTo>
                  <a:lnTo>
                    <a:pt x="179952" y="1145562"/>
                  </a:lnTo>
                  <a:lnTo>
                    <a:pt x="0" y="1145562"/>
                  </a:lnTo>
                  <a:lnTo>
                    <a:pt x="98155" y="0"/>
                  </a:lnTo>
                  <a:lnTo>
                    <a:pt x="392622" y="0"/>
                  </a:lnTo>
                  <a:lnTo>
                    <a:pt x="490777" y="1145562"/>
                  </a:lnTo>
                  <a:close/>
                  <a:moveTo>
                    <a:pt x="287867" y="769116"/>
                  </a:moveTo>
                  <a:lnTo>
                    <a:pt x="253533" y="188153"/>
                  </a:lnTo>
                  <a:lnTo>
                    <a:pt x="237174" y="188153"/>
                  </a:lnTo>
                  <a:lnTo>
                    <a:pt x="202841" y="769116"/>
                  </a:lnTo>
                  <a:lnTo>
                    <a:pt x="287937" y="7691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59"/>
            <p:cNvSpPr/>
            <p:nvPr/>
          </p:nvSpPr>
          <p:spPr>
            <a:xfrm>
              <a:off x="6510501" y="2764842"/>
              <a:ext cx="441769" cy="1178150"/>
            </a:xfrm>
            <a:custGeom>
              <a:rect b="b" l="l" r="r" t="t"/>
              <a:pathLst>
                <a:path extrusionOk="0" h="1178150" w="441769">
                  <a:moveTo>
                    <a:pt x="61435" y="1102861"/>
                  </a:moveTo>
                  <a:cubicBezTo>
                    <a:pt x="20502" y="1052715"/>
                    <a:pt x="70" y="987750"/>
                    <a:pt x="70" y="908106"/>
                  </a:cubicBezTo>
                  <a:cubicBezTo>
                    <a:pt x="70" y="855713"/>
                    <a:pt x="5547" y="812098"/>
                    <a:pt x="16429" y="777193"/>
                  </a:cubicBezTo>
                  <a:lnTo>
                    <a:pt x="180022" y="777193"/>
                  </a:lnTo>
                  <a:cubicBezTo>
                    <a:pt x="174545" y="812098"/>
                    <a:pt x="171807" y="844827"/>
                    <a:pt x="171807" y="875378"/>
                  </a:cubicBezTo>
                  <a:cubicBezTo>
                    <a:pt x="171807" y="927771"/>
                    <a:pt x="175599" y="966750"/>
                    <a:pt x="183252" y="992385"/>
                  </a:cubicBezTo>
                  <a:cubicBezTo>
                    <a:pt x="190905" y="1018020"/>
                    <a:pt x="203402" y="1030873"/>
                    <a:pt x="220885" y="1030873"/>
                  </a:cubicBezTo>
                  <a:cubicBezTo>
                    <a:pt x="236121" y="1030873"/>
                    <a:pt x="246793" y="1022726"/>
                    <a:pt x="252761" y="1006362"/>
                  </a:cubicBezTo>
                  <a:cubicBezTo>
                    <a:pt x="258729" y="989997"/>
                    <a:pt x="261748" y="962185"/>
                    <a:pt x="261748" y="922925"/>
                  </a:cubicBezTo>
                  <a:cubicBezTo>
                    <a:pt x="261748" y="874957"/>
                    <a:pt x="252199" y="831272"/>
                    <a:pt x="233102" y="792012"/>
                  </a:cubicBezTo>
                  <a:cubicBezTo>
                    <a:pt x="214004" y="752752"/>
                    <a:pt x="184305" y="705275"/>
                    <a:pt x="143933" y="649651"/>
                  </a:cubicBezTo>
                  <a:cubicBezTo>
                    <a:pt x="97032" y="586371"/>
                    <a:pt x="61294" y="528851"/>
                    <a:pt x="36791" y="477019"/>
                  </a:cubicBezTo>
                  <a:cubicBezTo>
                    <a:pt x="12217" y="42518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680" y="79363"/>
                  </a:cubicBezTo>
                  <a:cubicBezTo>
                    <a:pt x="99489" y="26478"/>
                    <a:pt x="153201" y="0"/>
                    <a:pt x="220815" y="0"/>
                  </a:cubicBezTo>
                  <a:cubicBezTo>
                    <a:pt x="288428" y="0"/>
                    <a:pt x="339402" y="25143"/>
                    <a:pt x="380335" y="75289"/>
                  </a:cubicBezTo>
                  <a:cubicBezTo>
                    <a:pt x="421268" y="125505"/>
                    <a:pt x="441700" y="190400"/>
                    <a:pt x="441700" y="270044"/>
                  </a:cubicBezTo>
                  <a:cubicBezTo>
                    <a:pt x="441700" y="322437"/>
                    <a:pt x="436223" y="366052"/>
                    <a:pt x="425341" y="400957"/>
                  </a:cubicBezTo>
                  <a:lnTo>
                    <a:pt x="261748" y="400957"/>
                  </a:lnTo>
                  <a:cubicBezTo>
                    <a:pt x="26722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8" y="185765"/>
                  </a:cubicBezTo>
                  <a:cubicBezTo>
                    <a:pt x="250865" y="160130"/>
                    <a:pt x="238297" y="147278"/>
                    <a:pt x="220885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8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8" y="575555"/>
                    <a:pt x="380476" y="634691"/>
                    <a:pt x="404979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0" y="1042250"/>
                    <a:pt x="382090" y="1096610"/>
                  </a:cubicBezTo>
                  <a:cubicBezTo>
                    <a:pt x="342281" y="1150970"/>
                    <a:pt x="288569" y="1178150"/>
                    <a:pt x="220955" y="1178150"/>
                  </a:cubicBezTo>
                  <a:cubicBezTo>
                    <a:pt x="153341" y="1178150"/>
                    <a:pt x="102368" y="1153077"/>
                    <a:pt x="61435" y="11028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59"/>
            <p:cNvSpPr/>
            <p:nvPr/>
          </p:nvSpPr>
          <p:spPr>
            <a:xfrm>
              <a:off x="6968630" y="2781066"/>
              <a:ext cx="474418" cy="1145562"/>
            </a:xfrm>
            <a:custGeom>
              <a:rect b="b" l="l" r="r" t="t"/>
              <a:pathLst>
                <a:path extrusionOk="0" h="1145562" w="474418">
                  <a:moveTo>
                    <a:pt x="327185" y="1145562"/>
                  </a:moveTo>
                  <a:lnTo>
                    <a:pt x="147233" y="1145562"/>
                  </a:lnTo>
                  <a:lnTo>
                    <a:pt x="147233" y="163642"/>
                  </a:lnTo>
                  <a:lnTo>
                    <a:pt x="0" y="163642"/>
                  </a:lnTo>
                  <a:lnTo>
                    <a:pt x="0" y="0"/>
                  </a:lnTo>
                  <a:lnTo>
                    <a:pt x="474418" y="0"/>
                  </a:lnTo>
                  <a:lnTo>
                    <a:pt x="474418" y="163642"/>
                  </a:lnTo>
                  <a:lnTo>
                    <a:pt x="327185" y="163642"/>
                  </a:lnTo>
                  <a:lnTo>
                    <a:pt x="327185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59"/>
            <p:cNvSpPr/>
            <p:nvPr/>
          </p:nvSpPr>
          <p:spPr>
            <a:xfrm>
              <a:off x="7676993" y="2781066"/>
              <a:ext cx="359903" cy="1145562"/>
            </a:xfrm>
            <a:custGeom>
              <a:rect b="b" l="l" r="r" t="t"/>
              <a:pathLst>
                <a:path extrusionOk="0" h="1145562" w="359903">
                  <a:moveTo>
                    <a:pt x="179951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59903" y="0"/>
                  </a:lnTo>
                  <a:lnTo>
                    <a:pt x="359903" y="163642"/>
                  </a:lnTo>
                  <a:lnTo>
                    <a:pt x="179951" y="163642"/>
                  </a:lnTo>
                  <a:lnTo>
                    <a:pt x="179951" y="507289"/>
                  </a:lnTo>
                  <a:lnTo>
                    <a:pt x="310826" y="507289"/>
                  </a:lnTo>
                  <a:lnTo>
                    <a:pt x="310826" y="670931"/>
                  </a:lnTo>
                  <a:lnTo>
                    <a:pt x="179951" y="670931"/>
                  </a:lnTo>
                  <a:lnTo>
                    <a:pt x="179951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59"/>
            <p:cNvSpPr/>
            <p:nvPr/>
          </p:nvSpPr>
          <p:spPr>
            <a:xfrm>
              <a:off x="8102333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8" y="0"/>
                  </a:lnTo>
                  <a:lnTo>
                    <a:pt x="368118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8" y="981921"/>
                  </a:lnTo>
                  <a:lnTo>
                    <a:pt x="368118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9"/>
            <p:cNvSpPr/>
            <p:nvPr/>
          </p:nvSpPr>
          <p:spPr>
            <a:xfrm>
              <a:off x="8535818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9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368119" y="0"/>
                  </a:lnTo>
                  <a:lnTo>
                    <a:pt x="368119" y="163642"/>
                  </a:lnTo>
                  <a:lnTo>
                    <a:pt x="179952" y="163642"/>
                  </a:lnTo>
                  <a:lnTo>
                    <a:pt x="179952" y="482778"/>
                  </a:lnTo>
                  <a:lnTo>
                    <a:pt x="319041" y="482778"/>
                  </a:lnTo>
                  <a:lnTo>
                    <a:pt x="319041" y="646420"/>
                  </a:lnTo>
                  <a:lnTo>
                    <a:pt x="179952" y="646420"/>
                  </a:lnTo>
                  <a:lnTo>
                    <a:pt x="179952" y="981921"/>
                  </a:lnTo>
                  <a:lnTo>
                    <a:pt x="368119" y="981921"/>
                  </a:lnTo>
                  <a:lnTo>
                    <a:pt x="368119" y="1145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59"/>
            <p:cNvSpPr/>
            <p:nvPr/>
          </p:nvSpPr>
          <p:spPr>
            <a:xfrm>
              <a:off x="8969374" y="2781066"/>
              <a:ext cx="368118" cy="1145562"/>
            </a:xfrm>
            <a:custGeom>
              <a:rect b="b" l="l" r="r" t="t"/>
              <a:pathLst>
                <a:path extrusionOk="0" h="1145562" w="368118">
                  <a:moveTo>
                    <a:pt x="368118" y="1145562"/>
                  </a:moveTo>
                  <a:lnTo>
                    <a:pt x="0" y="1145562"/>
                  </a:lnTo>
                  <a:lnTo>
                    <a:pt x="0" y="0"/>
                  </a:lnTo>
                  <a:lnTo>
                    <a:pt x="179952" y="0"/>
                  </a:lnTo>
                  <a:lnTo>
                    <a:pt x="179952" y="981850"/>
                  </a:lnTo>
                  <a:lnTo>
                    <a:pt x="368118" y="981850"/>
                  </a:lnTo>
                  <a:lnTo>
                    <a:pt x="368118" y="11454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59"/>
            <p:cNvSpPr/>
            <p:nvPr/>
          </p:nvSpPr>
          <p:spPr>
            <a:xfrm>
              <a:off x="9361925" y="2764842"/>
              <a:ext cx="441770" cy="1178150"/>
            </a:xfrm>
            <a:custGeom>
              <a:rect b="b" l="l" r="r" t="t"/>
              <a:pathLst>
                <a:path extrusionOk="0" h="1178150" w="441770">
                  <a:moveTo>
                    <a:pt x="61435" y="1102861"/>
                  </a:moveTo>
                  <a:cubicBezTo>
                    <a:pt x="20502" y="1052715"/>
                    <a:pt x="70" y="987750"/>
                    <a:pt x="70" y="908106"/>
                  </a:cubicBezTo>
                  <a:cubicBezTo>
                    <a:pt x="70" y="855713"/>
                    <a:pt x="5547" y="812098"/>
                    <a:pt x="16430" y="777193"/>
                  </a:cubicBezTo>
                  <a:lnTo>
                    <a:pt x="180022" y="777193"/>
                  </a:lnTo>
                  <a:cubicBezTo>
                    <a:pt x="174546" y="812098"/>
                    <a:pt x="171808" y="844827"/>
                    <a:pt x="171808" y="875378"/>
                  </a:cubicBezTo>
                  <a:cubicBezTo>
                    <a:pt x="171808" y="927771"/>
                    <a:pt x="175599" y="966750"/>
                    <a:pt x="183252" y="992385"/>
                  </a:cubicBezTo>
                  <a:cubicBezTo>
                    <a:pt x="190905" y="1018020"/>
                    <a:pt x="203403" y="1030873"/>
                    <a:pt x="220886" y="1030873"/>
                  </a:cubicBezTo>
                  <a:cubicBezTo>
                    <a:pt x="236121" y="1030873"/>
                    <a:pt x="246793" y="1022726"/>
                    <a:pt x="252761" y="1006362"/>
                  </a:cubicBezTo>
                  <a:cubicBezTo>
                    <a:pt x="258730" y="989997"/>
                    <a:pt x="261748" y="962185"/>
                    <a:pt x="261748" y="922925"/>
                  </a:cubicBezTo>
                  <a:cubicBezTo>
                    <a:pt x="261748" y="874957"/>
                    <a:pt x="252200" y="831272"/>
                    <a:pt x="233102" y="792012"/>
                  </a:cubicBezTo>
                  <a:cubicBezTo>
                    <a:pt x="214005" y="752752"/>
                    <a:pt x="184305" y="705275"/>
                    <a:pt x="143933" y="649651"/>
                  </a:cubicBezTo>
                  <a:cubicBezTo>
                    <a:pt x="97033" y="586371"/>
                    <a:pt x="61295" y="528851"/>
                    <a:pt x="36792" y="477019"/>
                  </a:cubicBezTo>
                  <a:cubicBezTo>
                    <a:pt x="12218" y="425188"/>
                    <a:pt x="0" y="364366"/>
                    <a:pt x="0" y="294555"/>
                  </a:cubicBezTo>
                  <a:cubicBezTo>
                    <a:pt x="0" y="204025"/>
                    <a:pt x="19870" y="132318"/>
                    <a:pt x="59680" y="79363"/>
                  </a:cubicBezTo>
                  <a:cubicBezTo>
                    <a:pt x="99490" y="26478"/>
                    <a:pt x="153202" y="0"/>
                    <a:pt x="220815" y="0"/>
                  </a:cubicBezTo>
                  <a:cubicBezTo>
                    <a:pt x="288429" y="0"/>
                    <a:pt x="339402" y="25143"/>
                    <a:pt x="380335" y="75289"/>
                  </a:cubicBezTo>
                  <a:cubicBezTo>
                    <a:pt x="421268" y="125505"/>
                    <a:pt x="441700" y="190400"/>
                    <a:pt x="441700" y="270044"/>
                  </a:cubicBezTo>
                  <a:cubicBezTo>
                    <a:pt x="441700" y="322437"/>
                    <a:pt x="436223" y="366052"/>
                    <a:pt x="425341" y="400957"/>
                  </a:cubicBezTo>
                  <a:lnTo>
                    <a:pt x="261748" y="400957"/>
                  </a:lnTo>
                  <a:cubicBezTo>
                    <a:pt x="267225" y="366052"/>
                    <a:pt x="269963" y="333323"/>
                    <a:pt x="269963" y="302772"/>
                  </a:cubicBezTo>
                  <a:cubicBezTo>
                    <a:pt x="269963" y="250379"/>
                    <a:pt x="266101" y="211400"/>
                    <a:pt x="258519" y="185765"/>
                  </a:cubicBezTo>
                  <a:cubicBezTo>
                    <a:pt x="250866" y="160130"/>
                    <a:pt x="238298" y="147278"/>
                    <a:pt x="220886" y="147278"/>
                  </a:cubicBezTo>
                  <a:cubicBezTo>
                    <a:pt x="205579" y="147278"/>
                    <a:pt x="194977" y="155073"/>
                    <a:pt x="189009" y="170665"/>
                  </a:cubicBezTo>
                  <a:cubicBezTo>
                    <a:pt x="182971" y="186257"/>
                    <a:pt x="180022" y="212734"/>
                    <a:pt x="180022" y="250168"/>
                  </a:cubicBezTo>
                  <a:cubicBezTo>
                    <a:pt x="180022" y="295890"/>
                    <a:pt x="189571" y="337467"/>
                    <a:pt x="208669" y="374901"/>
                  </a:cubicBezTo>
                  <a:cubicBezTo>
                    <a:pt x="227766" y="412335"/>
                    <a:pt x="257465" y="457565"/>
                    <a:pt x="297837" y="510520"/>
                  </a:cubicBezTo>
                  <a:cubicBezTo>
                    <a:pt x="344739" y="575555"/>
                    <a:pt x="380476" y="634691"/>
                    <a:pt x="404980" y="687927"/>
                  </a:cubicBezTo>
                  <a:cubicBezTo>
                    <a:pt x="429483" y="741164"/>
                    <a:pt x="441770" y="803741"/>
                    <a:pt x="441770" y="875448"/>
                  </a:cubicBezTo>
                  <a:cubicBezTo>
                    <a:pt x="441770" y="968506"/>
                    <a:pt x="421831" y="1042250"/>
                    <a:pt x="382091" y="1096610"/>
                  </a:cubicBezTo>
                  <a:cubicBezTo>
                    <a:pt x="342281" y="1150970"/>
                    <a:pt x="288569" y="1178150"/>
                    <a:pt x="220956" y="1178150"/>
                  </a:cubicBezTo>
                  <a:cubicBezTo>
                    <a:pt x="153342" y="1178150"/>
                    <a:pt x="102369" y="1153077"/>
                    <a:pt x="61435" y="11028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5" name="Google Shape;40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9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7" name="Google Shape;407;p59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ight 1">
  <p:cSld name="ONE_COLUMN_TEXT_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 txBox="1"/>
          <p:nvPr/>
        </p:nvSpPr>
        <p:spPr>
          <a:xfrm>
            <a:off x="864375" y="4917994"/>
            <a:ext cx="2195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ⓒ 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00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Ltd.</a:t>
            </a:r>
            <a:r>
              <a:rPr i="0" lang="en-US" sz="500" u="none" cap="none" strike="noStrike">
                <a:solidFill>
                  <a:srgbClr val="B9C2C6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 rights reserved.</a:t>
            </a:r>
            <a:endParaRPr i="0" sz="1300" u="none" cap="none" strike="noStrike">
              <a:solidFill>
                <a:srgbClr val="B9C2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0" name="Google Shape;410;p60"/>
          <p:cNvSpPr txBox="1"/>
          <p:nvPr/>
        </p:nvSpPr>
        <p:spPr>
          <a:xfrm>
            <a:off x="8488386" y="4937522"/>
            <a:ext cx="38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>
                <a:solidFill>
                  <a:srgbClr val="B9C2C6"/>
                </a:solidFill>
                <a:latin typeface="Space Mono"/>
                <a:ea typeface="Space Mono"/>
                <a:cs typeface="Space Mono"/>
                <a:sym typeface="Space Mono"/>
              </a:rPr>
              <a:t>‹#›</a:t>
            </a:fld>
            <a:endParaRPr sz="500">
              <a:solidFill>
                <a:srgbClr val="B9C2C6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411" name="Google Shape;411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725" y="4880004"/>
            <a:ext cx="413251" cy="12934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0"/>
          <p:cNvSpPr txBox="1"/>
          <p:nvPr>
            <p:ph type="title"/>
          </p:nvPr>
        </p:nvSpPr>
        <p:spPr>
          <a:xfrm>
            <a:off x="298725" y="445025"/>
            <a:ext cx="83499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13" name="Google Shape;413;p60"/>
          <p:cNvSpPr txBox="1"/>
          <p:nvPr>
            <p:ph idx="2" type="title"/>
          </p:nvPr>
        </p:nvSpPr>
        <p:spPr>
          <a:xfrm>
            <a:off x="298725" y="898175"/>
            <a:ext cx="83499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14" name="Google Shape;414;p60"/>
          <p:cNvSpPr txBox="1"/>
          <p:nvPr>
            <p:ph idx="1" type="body"/>
          </p:nvPr>
        </p:nvSpPr>
        <p:spPr>
          <a:xfrm>
            <a:off x="3211139" y="1863775"/>
            <a:ext cx="25935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15" name="Google Shape;415;p60"/>
          <p:cNvSpPr txBox="1"/>
          <p:nvPr>
            <p:ph idx="3" type="body"/>
          </p:nvPr>
        </p:nvSpPr>
        <p:spPr>
          <a:xfrm>
            <a:off x="298725" y="1863775"/>
            <a:ext cx="26313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16" name="Google Shape;416;p60"/>
          <p:cNvSpPr txBox="1"/>
          <p:nvPr>
            <p:ph idx="4" type="body"/>
          </p:nvPr>
        </p:nvSpPr>
        <p:spPr>
          <a:xfrm>
            <a:off x="6085752" y="1863775"/>
            <a:ext cx="2593500" cy="3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17" name="Google Shape;417;p60"/>
          <p:cNvSpPr txBox="1"/>
          <p:nvPr>
            <p:ph idx="5" type="title"/>
          </p:nvPr>
        </p:nvSpPr>
        <p:spPr>
          <a:xfrm>
            <a:off x="300775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18" name="Google Shape;418;p60"/>
          <p:cNvSpPr txBox="1"/>
          <p:nvPr>
            <p:ph idx="6" type="title"/>
          </p:nvPr>
        </p:nvSpPr>
        <p:spPr>
          <a:xfrm>
            <a:off x="3211150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19" name="Google Shape;419;p60"/>
          <p:cNvSpPr txBox="1"/>
          <p:nvPr>
            <p:ph idx="7" type="title"/>
          </p:nvPr>
        </p:nvSpPr>
        <p:spPr>
          <a:xfrm>
            <a:off x="6121525" y="1486375"/>
            <a:ext cx="21954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 sz="14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3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34.xml"/><Relationship Id="rId44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7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47" Type="http://schemas.openxmlformats.org/officeDocument/2006/relationships/theme" Target="../theme/theme3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292225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 Medium"/>
              <a:buNone/>
              <a:defRPr sz="24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SemiBold"/>
              <a:buNone/>
              <a:defRPr sz="24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92225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17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471">
          <p15:clr>
            <a:srgbClr val="E46962"/>
          </p15:clr>
        </p15:guide>
        <p15:guide id="4" pos="184">
          <p15:clr>
            <a:srgbClr val="E46962"/>
          </p15:clr>
        </p15:guide>
        <p15:guide id="5" pos="5564">
          <p15:clr>
            <a:srgbClr val="E46962"/>
          </p15:clr>
        </p15:guide>
        <p15:guide id="6" orient="horz" pos="315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hyperlink" Target="http://redis.io/startups" TargetMode="External"/><Relationship Id="rId7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A23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/>
          <p:nvPr/>
        </p:nvSpPr>
        <p:spPr>
          <a:xfrm>
            <a:off x="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1"/>
          <p:cNvSpPr/>
          <p:nvPr/>
        </p:nvSpPr>
        <p:spPr>
          <a:xfrm>
            <a:off x="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1"/>
          <p:cNvSpPr/>
          <p:nvPr/>
        </p:nvSpPr>
        <p:spPr>
          <a:xfrm>
            <a:off x="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61"/>
          <p:cNvSpPr/>
          <p:nvPr/>
        </p:nvSpPr>
        <p:spPr>
          <a:xfrm>
            <a:off x="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1"/>
          <p:cNvSpPr/>
          <p:nvPr/>
        </p:nvSpPr>
        <p:spPr>
          <a:xfrm>
            <a:off x="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1"/>
          <p:cNvSpPr/>
          <p:nvPr/>
        </p:nvSpPr>
        <p:spPr>
          <a:xfrm>
            <a:off x="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61"/>
          <p:cNvSpPr/>
          <p:nvPr/>
        </p:nvSpPr>
        <p:spPr>
          <a:xfrm>
            <a:off x="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61"/>
          <p:cNvSpPr/>
          <p:nvPr/>
        </p:nvSpPr>
        <p:spPr>
          <a:xfrm>
            <a:off x="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61"/>
          <p:cNvSpPr/>
          <p:nvPr/>
        </p:nvSpPr>
        <p:spPr>
          <a:xfrm>
            <a:off x="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61"/>
          <p:cNvSpPr/>
          <p:nvPr/>
        </p:nvSpPr>
        <p:spPr>
          <a:xfrm>
            <a:off x="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61"/>
          <p:cNvSpPr/>
          <p:nvPr/>
        </p:nvSpPr>
        <p:spPr>
          <a:xfrm>
            <a:off x="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61"/>
          <p:cNvSpPr/>
          <p:nvPr/>
        </p:nvSpPr>
        <p:spPr>
          <a:xfrm>
            <a:off x="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61"/>
          <p:cNvSpPr/>
          <p:nvPr/>
        </p:nvSpPr>
        <p:spPr>
          <a:xfrm>
            <a:off x="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61"/>
          <p:cNvSpPr/>
          <p:nvPr/>
        </p:nvSpPr>
        <p:spPr>
          <a:xfrm>
            <a:off x="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61"/>
          <p:cNvSpPr/>
          <p:nvPr/>
        </p:nvSpPr>
        <p:spPr>
          <a:xfrm>
            <a:off x="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61"/>
          <p:cNvSpPr/>
          <p:nvPr/>
        </p:nvSpPr>
        <p:spPr>
          <a:xfrm>
            <a:off x="36576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61"/>
          <p:cNvSpPr/>
          <p:nvPr/>
        </p:nvSpPr>
        <p:spPr>
          <a:xfrm>
            <a:off x="36576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1"/>
          <p:cNvSpPr/>
          <p:nvPr/>
        </p:nvSpPr>
        <p:spPr>
          <a:xfrm>
            <a:off x="36576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61"/>
          <p:cNvSpPr/>
          <p:nvPr/>
        </p:nvSpPr>
        <p:spPr>
          <a:xfrm>
            <a:off x="36576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61"/>
          <p:cNvSpPr/>
          <p:nvPr/>
        </p:nvSpPr>
        <p:spPr>
          <a:xfrm>
            <a:off x="36576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1"/>
          <p:cNvSpPr/>
          <p:nvPr/>
        </p:nvSpPr>
        <p:spPr>
          <a:xfrm>
            <a:off x="36576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1"/>
          <p:cNvSpPr/>
          <p:nvPr/>
        </p:nvSpPr>
        <p:spPr>
          <a:xfrm>
            <a:off x="36576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61"/>
          <p:cNvSpPr/>
          <p:nvPr/>
        </p:nvSpPr>
        <p:spPr>
          <a:xfrm>
            <a:off x="36576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61"/>
          <p:cNvSpPr/>
          <p:nvPr/>
        </p:nvSpPr>
        <p:spPr>
          <a:xfrm>
            <a:off x="36576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61"/>
          <p:cNvSpPr/>
          <p:nvPr/>
        </p:nvSpPr>
        <p:spPr>
          <a:xfrm>
            <a:off x="36576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1"/>
          <p:cNvSpPr/>
          <p:nvPr/>
        </p:nvSpPr>
        <p:spPr>
          <a:xfrm>
            <a:off x="36576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61"/>
          <p:cNvSpPr/>
          <p:nvPr/>
        </p:nvSpPr>
        <p:spPr>
          <a:xfrm>
            <a:off x="36576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61"/>
          <p:cNvSpPr/>
          <p:nvPr/>
        </p:nvSpPr>
        <p:spPr>
          <a:xfrm>
            <a:off x="36576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1"/>
          <p:cNvSpPr/>
          <p:nvPr/>
        </p:nvSpPr>
        <p:spPr>
          <a:xfrm>
            <a:off x="36576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61"/>
          <p:cNvSpPr/>
          <p:nvPr/>
        </p:nvSpPr>
        <p:spPr>
          <a:xfrm>
            <a:off x="36576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61"/>
          <p:cNvSpPr/>
          <p:nvPr/>
        </p:nvSpPr>
        <p:spPr>
          <a:xfrm>
            <a:off x="73152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1"/>
          <p:cNvSpPr/>
          <p:nvPr/>
        </p:nvSpPr>
        <p:spPr>
          <a:xfrm>
            <a:off x="73152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61"/>
          <p:cNvSpPr/>
          <p:nvPr/>
        </p:nvSpPr>
        <p:spPr>
          <a:xfrm>
            <a:off x="73152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61"/>
          <p:cNvSpPr/>
          <p:nvPr/>
        </p:nvSpPr>
        <p:spPr>
          <a:xfrm>
            <a:off x="73152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61"/>
          <p:cNvSpPr/>
          <p:nvPr/>
        </p:nvSpPr>
        <p:spPr>
          <a:xfrm>
            <a:off x="73152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61"/>
          <p:cNvSpPr/>
          <p:nvPr/>
        </p:nvSpPr>
        <p:spPr>
          <a:xfrm>
            <a:off x="73152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61"/>
          <p:cNvSpPr/>
          <p:nvPr/>
        </p:nvSpPr>
        <p:spPr>
          <a:xfrm>
            <a:off x="73152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61"/>
          <p:cNvSpPr/>
          <p:nvPr/>
        </p:nvSpPr>
        <p:spPr>
          <a:xfrm>
            <a:off x="73152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61"/>
          <p:cNvSpPr/>
          <p:nvPr/>
        </p:nvSpPr>
        <p:spPr>
          <a:xfrm>
            <a:off x="73152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61"/>
          <p:cNvSpPr/>
          <p:nvPr/>
        </p:nvSpPr>
        <p:spPr>
          <a:xfrm>
            <a:off x="73152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61"/>
          <p:cNvSpPr/>
          <p:nvPr/>
        </p:nvSpPr>
        <p:spPr>
          <a:xfrm>
            <a:off x="73152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61"/>
          <p:cNvSpPr/>
          <p:nvPr/>
        </p:nvSpPr>
        <p:spPr>
          <a:xfrm>
            <a:off x="73152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61"/>
          <p:cNvSpPr/>
          <p:nvPr/>
        </p:nvSpPr>
        <p:spPr>
          <a:xfrm>
            <a:off x="73152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1"/>
          <p:cNvSpPr/>
          <p:nvPr/>
        </p:nvSpPr>
        <p:spPr>
          <a:xfrm>
            <a:off x="73152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61"/>
          <p:cNvSpPr/>
          <p:nvPr/>
        </p:nvSpPr>
        <p:spPr>
          <a:xfrm>
            <a:off x="73152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61"/>
          <p:cNvSpPr/>
          <p:nvPr/>
        </p:nvSpPr>
        <p:spPr>
          <a:xfrm>
            <a:off x="109728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61"/>
          <p:cNvSpPr/>
          <p:nvPr/>
        </p:nvSpPr>
        <p:spPr>
          <a:xfrm>
            <a:off x="109728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1"/>
          <p:cNvSpPr/>
          <p:nvPr/>
        </p:nvSpPr>
        <p:spPr>
          <a:xfrm>
            <a:off x="109728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61"/>
          <p:cNvSpPr/>
          <p:nvPr/>
        </p:nvSpPr>
        <p:spPr>
          <a:xfrm>
            <a:off x="109728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109728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61"/>
          <p:cNvSpPr/>
          <p:nvPr/>
        </p:nvSpPr>
        <p:spPr>
          <a:xfrm>
            <a:off x="109728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1"/>
          <p:cNvSpPr/>
          <p:nvPr/>
        </p:nvSpPr>
        <p:spPr>
          <a:xfrm>
            <a:off x="109728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1"/>
          <p:cNvSpPr/>
          <p:nvPr/>
        </p:nvSpPr>
        <p:spPr>
          <a:xfrm>
            <a:off x="109728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61"/>
          <p:cNvSpPr/>
          <p:nvPr/>
        </p:nvSpPr>
        <p:spPr>
          <a:xfrm>
            <a:off x="109728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1"/>
          <p:cNvSpPr/>
          <p:nvPr/>
        </p:nvSpPr>
        <p:spPr>
          <a:xfrm>
            <a:off x="109728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1"/>
          <p:cNvSpPr/>
          <p:nvPr/>
        </p:nvSpPr>
        <p:spPr>
          <a:xfrm>
            <a:off x="109728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61"/>
          <p:cNvSpPr/>
          <p:nvPr/>
        </p:nvSpPr>
        <p:spPr>
          <a:xfrm>
            <a:off x="109728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61"/>
          <p:cNvSpPr/>
          <p:nvPr/>
        </p:nvSpPr>
        <p:spPr>
          <a:xfrm>
            <a:off x="109728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1"/>
          <p:cNvSpPr/>
          <p:nvPr/>
        </p:nvSpPr>
        <p:spPr>
          <a:xfrm>
            <a:off x="109728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1"/>
          <p:cNvSpPr/>
          <p:nvPr/>
        </p:nvSpPr>
        <p:spPr>
          <a:xfrm>
            <a:off x="109728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1"/>
          <p:cNvSpPr/>
          <p:nvPr/>
        </p:nvSpPr>
        <p:spPr>
          <a:xfrm>
            <a:off x="146304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1"/>
          <p:cNvSpPr/>
          <p:nvPr/>
        </p:nvSpPr>
        <p:spPr>
          <a:xfrm>
            <a:off x="146304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61"/>
          <p:cNvSpPr/>
          <p:nvPr/>
        </p:nvSpPr>
        <p:spPr>
          <a:xfrm>
            <a:off x="146304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1"/>
          <p:cNvSpPr/>
          <p:nvPr/>
        </p:nvSpPr>
        <p:spPr>
          <a:xfrm>
            <a:off x="146304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61"/>
          <p:cNvSpPr/>
          <p:nvPr/>
        </p:nvSpPr>
        <p:spPr>
          <a:xfrm>
            <a:off x="146304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61"/>
          <p:cNvSpPr/>
          <p:nvPr/>
        </p:nvSpPr>
        <p:spPr>
          <a:xfrm>
            <a:off x="146304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61"/>
          <p:cNvSpPr/>
          <p:nvPr/>
        </p:nvSpPr>
        <p:spPr>
          <a:xfrm>
            <a:off x="146304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61"/>
          <p:cNvSpPr/>
          <p:nvPr/>
        </p:nvSpPr>
        <p:spPr>
          <a:xfrm>
            <a:off x="146304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61"/>
          <p:cNvSpPr/>
          <p:nvPr/>
        </p:nvSpPr>
        <p:spPr>
          <a:xfrm>
            <a:off x="146304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61"/>
          <p:cNvSpPr/>
          <p:nvPr/>
        </p:nvSpPr>
        <p:spPr>
          <a:xfrm>
            <a:off x="146304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1"/>
          <p:cNvSpPr/>
          <p:nvPr/>
        </p:nvSpPr>
        <p:spPr>
          <a:xfrm>
            <a:off x="146304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1"/>
          <p:cNvSpPr/>
          <p:nvPr/>
        </p:nvSpPr>
        <p:spPr>
          <a:xfrm>
            <a:off x="146304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61"/>
          <p:cNvSpPr/>
          <p:nvPr/>
        </p:nvSpPr>
        <p:spPr>
          <a:xfrm>
            <a:off x="146304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61"/>
          <p:cNvSpPr/>
          <p:nvPr/>
        </p:nvSpPr>
        <p:spPr>
          <a:xfrm>
            <a:off x="146304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1"/>
          <p:cNvSpPr/>
          <p:nvPr/>
        </p:nvSpPr>
        <p:spPr>
          <a:xfrm>
            <a:off x="146304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1"/>
          <p:cNvSpPr/>
          <p:nvPr/>
        </p:nvSpPr>
        <p:spPr>
          <a:xfrm>
            <a:off x="182880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182880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182880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61"/>
          <p:cNvSpPr/>
          <p:nvPr/>
        </p:nvSpPr>
        <p:spPr>
          <a:xfrm>
            <a:off x="182880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61"/>
          <p:cNvSpPr/>
          <p:nvPr/>
        </p:nvSpPr>
        <p:spPr>
          <a:xfrm>
            <a:off x="182880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182880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1"/>
          <p:cNvSpPr/>
          <p:nvPr/>
        </p:nvSpPr>
        <p:spPr>
          <a:xfrm>
            <a:off x="182880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182880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61"/>
          <p:cNvSpPr/>
          <p:nvPr/>
        </p:nvSpPr>
        <p:spPr>
          <a:xfrm>
            <a:off x="182880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61"/>
          <p:cNvSpPr/>
          <p:nvPr/>
        </p:nvSpPr>
        <p:spPr>
          <a:xfrm>
            <a:off x="182880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61"/>
          <p:cNvSpPr/>
          <p:nvPr/>
        </p:nvSpPr>
        <p:spPr>
          <a:xfrm>
            <a:off x="182880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61"/>
          <p:cNvSpPr/>
          <p:nvPr/>
        </p:nvSpPr>
        <p:spPr>
          <a:xfrm>
            <a:off x="182880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1"/>
          <p:cNvSpPr/>
          <p:nvPr/>
        </p:nvSpPr>
        <p:spPr>
          <a:xfrm>
            <a:off x="182880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61"/>
          <p:cNvSpPr/>
          <p:nvPr/>
        </p:nvSpPr>
        <p:spPr>
          <a:xfrm>
            <a:off x="182880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61"/>
          <p:cNvSpPr/>
          <p:nvPr/>
        </p:nvSpPr>
        <p:spPr>
          <a:xfrm>
            <a:off x="182880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61"/>
          <p:cNvSpPr/>
          <p:nvPr/>
        </p:nvSpPr>
        <p:spPr>
          <a:xfrm>
            <a:off x="219456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61"/>
          <p:cNvSpPr/>
          <p:nvPr/>
        </p:nvSpPr>
        <p:spPr>
          <a:xfrm>
            <a:off x="219456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1"/>
          <p:cNvSpPr/>
          <p:nvPr/>
        </p:nvSpPr>
        <p:spPr>
          <a:xfrm>
            <a:off x="219456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61"/>
          <p:cNvSpPr/>
          <p:nvPr/>
        </p:nvSpPr>
        <p:spPr>
          <a:xfrm>
            <a:off x="219456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1"/>
          <p:cNvSpPr/>
          <p:nvPr/>
        </p:nvSpPr>
        <p:spPr>
          <a:xfrm>
            <a:off x="219456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61"/>
          <p:cNvSpPr/>
          <p:nvPr/>
        </p:nvSpPr>
        <p:spPr>
          <a:xfrm>
            <a:off x="219456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61"/>
          <p:cNvSpPr/>
          <p:nvPr/>
        </p:nvSpPr>
        <p:spPr>
          <a:xfrm>
            <a:off x="219456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61"/>
          <p:cNvSpPr/>
          <p:nvPr/>
        </p:nvSpPr>
        <p:spPr>
          <a:xfrm>
            <a:off x="219456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61"/>
          <p:cNvSpPr/>
          <p:nvPr/>
        </p:nvSpPr>
        <p:spPr>
          <a:xfrm>
            <a:off x="219456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1"/>
          <p:cNvSpPr/>
          <p:nvPr/>
        </p:nvSpPr>
        <p:spPr>
          <a:xfrm>
            <a:off x="219456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61"/>
          <p:cNvSpPr/>
          <p:nvPr/>
        </p:nvSpPr>
        <p:spPr>
          <a:xfrm>
            <a:off x="219456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61"/>
          <p:cNvSpPr/>
          <p:nvPr/>
        </p:nvSpPr>
        <p:spPr>
          <a:xfrm>
            <a:off x="219456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219456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61"/>
          <p:cNvSpPr/>
          <p:nvPr/>
        </p:nvSpPr>
        <p:spPr>
          <a:xfrm>
            <a:off x="219456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61"/>
          <p:cNvSpPr/>
          <p:nvPr/>
        </p:nvSpPr>
        <p:spPr>
          <a:xfrm>
            <a:off x="219456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256032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61"/>
          <p:cNvSpPr/>
          <p:nvPr/>
        </p:nvSpPr>
        <p:spPr>
          <a:xfrm>
            <a:off x="256032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1"/>
          <p:cNvSpPr/>
          <p:nvPr/>
        </p:nvSpPr>
        <p:spPr>
          <a:xfrm>
            <a:off x="256032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1"/>
          <p:cNvSpPr/>
          <p:nvPr/>
        </p:nvSpPr>
        <p:spPr>
          <a:xfrm>
            <a:off x="256032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256032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256032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256032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1"/>
          <p:cNvSpPr/>
          <p:nvPr/>
        </p:nvSpPr>
        <p:spPr>
          <a:xfrm>
            <a:off x="256032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/>
          <p:nvPr/>
        </p:nvSpPr>
        <p:spPr>
          <a:xfrm>
            <a:off x="256032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256032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61"/>
          <p:cNvSpPr/>
          <p:nvPr/>
        </p:nvSpPr>
        <p:spPr>
          <a:xfrm>
            <a:off x="256032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1"/>
          <p:cNvSpPr/>
          <p:nvPr/>
        </p:nvSpPr>
        <p:spPr>
          <a:xfrm>
            <a:off x="256032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61"/>
          <p:cNvSpPr/>
          <p:nvPr/>
        </p:nvSpPr>
        <p:spPr>
          <a:xfrm>
            <a:off x="256032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1"/>
          <p:cNvSpPr/>
          <p:nvPr/>
        </p:nvSpPr>
        <p:spPr>
          <a:xfrm>
            <a:off x="256032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61"/>
          <p:cNvSpPr/>
          <p:nvPr/>
        </p:nvSpPr>
        <p:spPr>
          <a:xfrm>
            <a:off x="256032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61"/>
          <p:cNvSpPr/>
          <p:nvPr/>
        </p:nvSpPr>
        <p:spPr>
          <a:xfrm>
            <a:off x="292608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1"/>
          <p:cNvSpPr/>
          <p:nvPr/>
        </p:nvSpPr>
        <p:spPr>
          <a:xfrm>
            <a:off x="292608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61"/>
          <p:cNvSpPr/>
          <p:nvPr/>
        </p:nvSpPr>
        <p:spPr>
          <a:xfrm>
            <a:off x="292608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61"/>
          <p:cNvSpPr/>
          <p:nvPr/>
        </p:nvSpPr>
        <p:spPr>
          <a:xfrm>
            <a:off x="292608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61"/>
          <p:cNvSpPr/>
          <p:nvPr/>
        </p:nvSpPr>
        <p:spPr>
          <a:xfrm>
            <a:off x="292608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61"/>
          <p:cNvSpPr/>
          <p:nvPr/>
        </p:nvSpPr>
        <p:spPr>
          <a:xfrm>
            <a:off x="292608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61"/>
          <p:cNvSpPr/>
          <p:nvPr/>
        </p:nvSpPr>
        <p:spPr>
          <a:xfrm>
            <a:off x="292608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61"/>
          <p:cNvSpPr/>
          <p:nvPr/>
        </p:nvSpPr>
        <p:spPr>
          <a:xfrm>
            <a:off x="292608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61"/>
          <p:cNvSpPr/>
          <p:nvPr/>
        </p:nvSpPr>
        <p:spPr>
          <a:xfrm>
            <a:off x="292608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61"/>
          <p:cNvSpPr/>
          <p:nvPr/>
        </p:nvSpPr>
        <p:spPr>
          <a:xfrm>
            <a:off x="292608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61"/>
          <p:cNvSpPr/>
          <p:nvPr/>
        </p:nvSpPr>
        <p:spPr>
          <a:xfrm>
            <a:off x="292608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61"/>
          <p:cNvSpPr/>
          <p:nvPr/>
        </p:nvSpPr>
        <p:spPr>
          <a:xfrm>
            <a:off x="292608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61"/>
          <p:cNvSpPr/>
          <p:nvPr/>
        </p:nvSpPr>
        <p:spPr>
          <a:xfrm>
            <a:off x="292608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61"/>
          <p:cNvSpPr/>
          <p:nvPr/>
        </p:nvSpPr>
        <p:spPr>
          <a:xfrm>
            <a:off x="292608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61"/>
          <p:cNvSpPr/>
          <p:nvPr/>
        </p:nvSpPr>
        <p:spPr>
          <a:xfrm>
            <a:off x="292608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61"/>
          <p:cNvSpPr/>
          <p:nvPr/>
        </p:nvSpPr>
        <p:spPr>
          <a:xfrm>
            <a:off x="329184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61"/>
          <p:cNvSpPr/>
          <p:nvPr/>
        </p:nvSpPr>
        <p:spPr>
          <a:xfrm>
            <a:off x="329184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61"/>
          <p:cNvSpPr/>
          <p:nvPr/>
        </p:nvSpPr>
        <p:spPr>
          <a:xfrm>
            <a:off x="329184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61"/>
          <p:cNvSpPr/>
          <p:nvPr/>
        </p:nvSpPr>
        <p:spPr>
          <a:xfrm>
            <a:off x="329184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1"/>
          <p:cNvSpPr/>
          <p:nvPr/>
        </p:nvSpPr>
        <p:spPr>
          <a:xfrm>
            <a:off x="329184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61"/>
          <p:cNvSpPr/>
          <p:nvPr/>
        </p:nvSpPr>
        <p:spPr>
          <a:xfrm>
            <a:off x="329184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61"/>
          <p:cNvSpPr/>
          <p:nvPr/>
        </p:nvSpPr>
        <p:spPr>
          <a:xfrm>
            <a:off x="329184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61"/>
          <p:cNvSpPr/>
          <p:nvPr/>
        </p:nvSpPr>
        <p:spPr>
          <a:xfrm>
            <a:off x="329184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1"/>
          <p:cNvSpPr/>
          <p:nvPr/>
        </p:nvSpPr>
        <p:spPr>
          <a:xfrm>
            <a:off x="329184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61"/>
          <p:cNvSpPr/>
          <p:nvPr/>
        </p:nvSpPr>
        <p:spPr>
          <a:xfrm>
            <a:off x="329184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61"/>
          <p:cNvSpPr/>
          <p:nvPr/>
        </p:nvSpPr>
        <p:spPr>
          <a:xfrm>
            <a:off x="329184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61"/>
          <p:cNvSpPr/>
          <p:nvPr/>
        </p:nvSpPr>
        <p:spPr>
          <a:xfrm>
            <a:off x="329184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1"/>
          <p:cNvSpPr/>
          <p:nvPr/>
        </p:nvSpPr>
        <p:spPr>
          <a:xfrm>
            <a:off x="329184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61"/>
          <p:cNvSpPr/>
          <p:nvPr/>
        </p:nvSpPr>
        <p:spPr>
          <a:xfrm>
            <a:off x="329184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61"/>
          <p:cNvSpPr/>
          <p:nvPr/>
        </p:nvSpPr>
        <p:spPr>
          <a:xfrm>
            <a:off x="329184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61"/>
          <p:cNvSpPr/>
          <p:nvPr/>
        </p:nvSpPr>
        <p:spPr>
          <a:xfrm>
            <a:off x="365760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61"/>
          <p:cNvSpPr/>
          <p:nvPr/>
        </p:nvSpPr>
        <p:spPr>
          <a:xfrm>
            <a:off x="365760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61"/>
          <p:cNvSpPr/>
          <p:nvPr/>
        </p:nvSpPr>
        <p:spPr>
          <a:xfrm>
            <a:off x="365760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61"/>
          <p:cNvSpPr/>
          <p:nvPr/>
        </p:nvSpPr>
        <p:spPr>
          <a:xfrm>
            <a:off x="365760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61"/>
          <p:cNvSpPr/>
          <p:nvPr/>
        </p:nvSpPr>
        <p:spPr>
          <a:xfrm>
            <a:off x="365760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61"/>
          <p:cNvSpPr/>
          <p:nvPr/>
        </p:nvSpPr>
        <p:spPr>
          <a:xfrm>
            <a:off x="365760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61"/>
          <p:cNvSpPr/>
          <p:nvPr/>
        </p:nvSpPr>
        <p:spPr>
          <a:xfrm>
            <a:off x="365760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61"/>
          <p:cNvSpPr/>
          <p:nvPr/>
        </p:nvSpPr>
        <p:spPr>
          <a:xfrm>
            <a:off x="365760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61"/>
          <p:cNvSpPr/>
          <p:nvPr/>
        </p:nvSpPr>
        <p:spPr>
          <a:xfrm>
            <a:off x="365760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61"/>
          <p:cNvSpPr/>
          <p:nvPr/>
        </p:nvSpPr>
        <p:spPr>
          <a:xfrm>
            <a:off x="365760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1"/>
          <p:cNvSpPr/>
          <p:nvPr/>
        </p:nvSpPr>
        <p:spPr>
          <a:xfrm>
            <a:off x="365760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61"/>
          <p:cNvSpPr/>
          <p:nvPr/>
        </p:nvSpPr>
        <p:spPr>
          <a:xfrm>
            <a:off x="365760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61"/>
          <p:cNvSpPr/>
          <p:nvPr/>
        </p:nvSpPr>
        <p:spPr>
          <a:xfrm>
            <a:off x="365760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61"/>
          <p:cNvSpPr/>
          <p:nvPr/>
        </p:nvSpPr>
        <p:spPr>
          <a:xfrm>
            <a:off x="365760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1"/>
          <p:cNvSpPr/>
          <p:nvPr/>
        </p:nvSpPr>
        <p:spPr>
          <a:xfrm>
            <a:off x="365760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1"/>
          <p:cNvSpPr/>
          <p:nvPr/>
        </p:nvSpPr>
        <p:spPr>
          <a:xfrm>
            <a:off x="402336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61"/>
          <p:cNvSpPr/>
          <p:nvPr/>
        </p:nvSpPr>
        <p:spPr>
          <a:xfrm>
            <a:off x="402336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1"/>
          <p:cNvSpPr/>
          <p:nvPr/>
        </p:nvSpPr>
        <p:spPr>
          <a:xfrm>
            <a:off x="402336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1"/>
          <p:cNvSpPr/>
          <p:nvPr/>
        </p:nvSpPr>
        <p:spPr>
          <a:xfrm>
            <a:off x="402336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1"/>
          <p:cNvSpPr/>
          <p:nvPr/>
        </p:nvSpPr>
        <p:spPr>
          <a:xfrm>
            <a:off x="402336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61"/>
          <p:cNvSpPr/>
          <p:nvPr/>
        </p:nvSpPr>
        <p:spPr>
          <a:xfrm>
            <a:off x="402336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1"/>
          <p:cNvSpPr/>
          <p:nvPr/>
        </p:nvSpPr>
        <p:spPr>
          <a:xfrm>
            <a:off x="402336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61"/>
          <p:cNvSpPr/>
          <p:nvPr/>
        </p:nvSpPr>
        <p:spPr>
          <a:xfrm>
            <a:off x="402336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61"/>
          <p:cNvSpPr/>
          <p:nvPr/>
        </p:nvSpPr>
        <p:spPr>
          <a:xfrm>
            <a:off x="402336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61"/>
          <p:cNvSpPr/>
          <p:nvPr/>
        </p:nvSpPr>
        <p:spPr>
          <a:xfrm>
            <a:off x="402336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61"/>
          <p:cNvSpPr/>
          <p:nvPr/>
        </p:nvSpPr>
        <p:spPr>
          <a:xfrm>
            <a:off x="402336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61"/>
          <p:cNvSpPr/>
          <p:nvPr/>
        </p:nvSpPr>
        <p:spPr>
          <a:xfrm>
            <a:off x="402336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1"/>
          <p:cNvSpPr/>
          <p:nvPr/>
        </p:nvSpPr>
        <p:spPr>
          <a:xfrm>
            <a:off x="402336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61"/>
          <p:cNvSpPr/>
          <p:nvPr/>
        </p:nvSpPr>
        <p:spPr>
          <a:xfrm>
            <a:off x="402336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61"/>
          <p:cNvSpPr/>
          <p:nvPr/>
        </p:nvSpPr>
        <p:spPr>
          <a:xfrm>
            <a:off x="402336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61"/>
          <p:cNvSpPr/>
          <p:nvPr/>
        </p:nvSpPr>
        <p:spPr>
          <a:xfrm>
            <a:off x="438912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1"/>
          <p:cNvSpPr/>
          <p:nvPr/>
        </p:nvSpPr>
        <p:spPr>
          <a:xfrm>
            <a:off x="438912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438912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61"/>
          <p:cNvSpPr/>
          <p:nvPr/>
        </p:nvSpPr>
        <p:spPr>
          <a:xfrm>
            <a:off x="438912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1"/>
          <p:cNvSpPr/>
          <p:nvPr/>
        </p:nvSpPr>
        <p:spPr>
          <a:xfrm>
            <a:off x="438912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1"/>
          <p:cNvSpPr/>
          <p:nvPr/>
        </p:nvSpPr>
        <p:spPr>
          <a:xfrm>
            <a:off x="438912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61"/>
          <p:cNvSpPr/>
          <p:nvPr/>
        </p:nvSpPr>
        <p:spPr>
          <a:xfrm>
            <a:off x="438912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1"/>
          <p:cNvSpPr/>
          <p:nvPr/>
        </p:nvSpPr>
        <p:spPr>
          <a:xfrm>
            <a:off x="438912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1"/>
          <p:cNvSpPr/>
          <p:nvPr/>
        </p:nvSpPr>
        <p:spPr>
          <a:xfrm>
            <a:off x="438912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1"/>
          <p:cNvSpPr/>
          <p:nvPr/>
        </p:nvSpPr>
        <p:spPr>
          <a:xfrm>
            <a:off x="438912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1"/>
          <p:cNvSpPr/>
          <p:nvPr/>
        </p:nvSpPr>
        <p:spPr>
          <a:xfrm>
            <a:off x="438912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1"/>
          <p:cNvSpPr/>
          <p:nvPr/>
        </p:nvSpPr>
        <p:spPr>
          <a:xfrm>
            <a:off x="438912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1"/>
          <p:cNvSpPr/>
          <p:nvPr/>
        </p:nvSpPr>
        <p:spPr>
          <a:xfrm>
            <a:off x="438912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61"/>
          <p:cNvSpPr/>
          <p:nvPr/>
        </p:nvSpPr>
        <p:spPr>
          <a:xfrm>
            <a:off x="438912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61"/>
          <p:cNvSpPr/>
          <p:nvPr/>
        </p:nvSpPr>
        <p:spPr>
          <a:xfrm>
            <a:off x="438912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1"/>
          <p:cNvSpPr/>
          <p:nvPr/>
        </p:nvSpPr>
        <p:spPr>
          <a:xfrm>
            <a:off x="475488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1"/>
          <p:cNvSpPr/>
          <p:nvPr/>
        </p:nvSpPr>
        <p:spPr>
          <a:xfrm>
            <a:off x="475488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1"/>
          <p:cNvSpPr/>
          <p:nvPr/>
        </p:nvSpPr>
        <p:spPr>
          <a:xfrm>
            <a:off x="475488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1"/>
          <p:cNvSpPr/>
          <p:nvPr/>
        </p:nvSpPr>
        <p:spPr>
          <a:xfrm>
            <a:off x="475488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1"/>
          <p:cNvSpPr/>
          <p:nvPr/>
        </p:nvSpPr>
        <p:spPr>
          <a:xfrm>
            <a:off x="475488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1"/>
          <p:cNvSpPr/>
          <p:nvPr/>
        </p:nvSpPr>
        <p:spPr>
          <a:xfrm>
            <a:off x="475488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1"/>
          <p:cNvSpPr/>
          <p:nvPr/>
        </p:nvSpPr>
        <p:spPr>
          <a:xfrm>
            <a:off x="475488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1"/>
          <p:cNvSpPr/>
          <p:nvPr/>
        </p:nvSpPr>
        <p:spPr>
          <a:xfrm>
            <a:off x="475488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1"/>
          <p:cNvSpPr/>
          <p:nvPr/>
        </p:nvSpPr>
        <p:spPr>
          <a:xfrm>
            <a:off x="475488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1"/>
          <p:cNvSpPr/>
          <p:nvPr/>
        </p:nvSpPr>
        <p:spPr>
          <a:xfrm>
            <a:off x="475488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61"/>
          <p:cNvSpPr/>
          <p:nvPr/>
        </p:nvSpPr>
        <p:spPr>
          <a:xfrm>
            <a:off x="475488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1"/>
          <p:cNvSpPr/>
          <p:nvPr/>
        </p:nvSpPr>
        <p:spPr>
          <a:xfrm>
            <a:off x="475488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1"/>
          <p:cNvSpPr/>
          <p:nvPr/>
        </p:nvSpPr>
        <p:spPr>
          <a:xfrm>
            <a:off x="475488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1"/>
          <p:cNvSpPr/>
          <p:nvPr/>
        </p:nvSpPr>
        <p:spPr>
          <a:xfrm>
            <a:off x="475488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1"/>
          <p:cNvSpPr/>
          <p:nvPr/>
        </p:nvSpPr>
        <p:spPr>
          <a:xfrm>
            <a:off x="475488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61"/>
          <p:cNvSpPr/>
          <p:nvPr/>
        </p:nvSpPr>
        <p:spPr>
          <a:xfrm>
            <a:off x="512064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61"/>
          <p:cNvSpPr/>
          <p:nvPr/>
        </p:nvSpPr>
        <p:spPr>
          <a:xfrm>
            <a:off x="512064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61"/>
          <p:cNvSpPr/>
          <p:nvPr/>
        </p:nvSpPr>
        <p:spPr>
          <a:xfrm>
            <a:off x="512064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1"/>
          <p:cNvSpPr/>
          <p:nvPr/>
        </p:nvSpPr>
        <p:spPr>
          <a:xfrm>
            <a:off x="512064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1"/>
          <p:cNvSpPr/>
          <p:nvPr/>
        </p:nvSpPr>
        <p:spPr>
          <a:xfrm>
            <a:off x="512064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61"/>
          <p:cNvSpPr/>
          <p:nvPr/>
        </p:nvSpPr>
        <p:spPr>
          <a:xfrm>
            <a:off x="512064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1"/>
          <p:cNvSpPr/>
          <p:nvPr/>
        </p:nvSpPr>
        <p:spPr>
          <a:xfrm>
            <a:off x="512064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1"/>
          <p:cNvSpPr/>
          <p:nvPr/>
        </p:nvSpPr>
        <p:spPr>
          <a:xfrm>
            <a:off x="512064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1"/>
          <p:cNvSpPr/>
          <p:nvPr/>
        </p:nvSpPr>
        <p:spPr>
          <a:xfrm>
            <a:off x="512064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61"/>
          <p:cNvSpPr/>
          <p:nvPr/>
        </p:nvSpPr>
        <p:spPr>
          <a:xfrm>
            <a:off x="512064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61"/>
          <p:cNvSpPr/>
          <p:nvPr/>
        </p:nvSpPr>
        <p:spPr>
          <a:xfrm>
            <a:off x="512064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1"/>
          <p:cNvSpPr/>
          <p:nvPr/>
        </p:nvSpPr>
        <p:spPr>
          <a:xfrm>
            <a:off x="512064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61"/>
          <p:cNvSpPr/>
          <p:nvPr/>
        </p:nvSpPr>
        <p:spPr>
          <a:xfrm>
            <a:off x="512064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61"/>
          <p:cNvSpPr/>
          <p:nvPr/>
        </p:nvSpPr>
        <p:spPr>
          <a:xfrm>
            <a:off x="512064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61"/>
          <p:cNvSpPr/>
          <p:nvPr/>
        </p:nvSpPr>
        <p:spPr>
          <a:xfrm>
            <a:off x="512064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1"/>
          <p:cNvSpPr/>
          <p:nvPr/>
        </p:nvSpPr>
        <p:spPr>
          <a:xfrm>
            <a:off x="548640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61"/>
          <p:cNvSpPr/>
          <p:nvPr/>
        </p:nvSpPr>
        <p:spPr>
          <a:xfrm>
            <a:off x="548640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61"/>
          <p:cNvSpPr/>
          <p:nvPr/>
        </p:nvSpPr>
        <p:spPr>
          <a:xfrm>
            <a:off x="548640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61"/>
          <p:cNvSpPr/>
          <p:nvPr/>
        </p:nvSpPr>
        <p:spPr>
          <a:xfrm>
            <a:off x="548640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61"/>
          <p:cNvSpPr/>
          <p:nvPr/>
        </p:nvSpPr>
        <p:spPr>
          <a:xfrm>
            <a:off x="548640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61"/>
          <p:cNvSpPr/>
          <p:nvPr/>
        </p:nvSpPr>
        <p:spPr>
          <a:xfrm>
            <a:off x="548640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1"/>
          <p:cNvSpPr/>
          <p:nvPr/>
        </p:nvSpPr>
        <p:spPr>
          <a:xfrm>
            <a:off x="548640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61"/>
          <p:cNvSpPr/>
          <p:nvPr/>
        </p:nvSpPr>
        <p:spPr>
          <a:xfrm>
            <a:off x="548640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61"/>
          <p:cNvSpPr/>
          <p:nvPr/>
        </p:nvSpPr>
        <p:spPr>
          <a:xfrm>
            <a:off x="548640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1"/>
          <p:cNvSpPr/>
          <p:nvPr/>
        </p:nvSpPr>
        <p:spPr>
          <a:xfrm>
            <a:off x="548640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1"/>
          <p:cNvSpPr/>
          <p:nvPr/>
        </p:nvSpPr>
        <p:spPr>
          <a:xfrm>
            <a:off x="548640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1"/>
          <p:cNvSpPr/>
          <p:nvPr/>
        </p:nvSpPr>
        <p:spPr>
          <a:xfrm>
            <a:off x="548640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61"/>
          <p:cNvSpPr/>
          <p:nvPr/>
        </p:nvSpPr>
        <p:spPr>
          <a:xfrm>
            <a:off x="548640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61"/>
          <p:cNvSpPr/>
          <p:nvPr/>
        </p:nvSpPr>
        <p:spPr>
          <a:xfrm>
            <a:off x="548640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61"/>
          <p:cNvSpPr/>
          <p:nvPr/>
        </p:nvSpPr>
        <p:spPr>
          <a:xfrm>
            <a:off x="548640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61"/>
          <p:cNvSpPr/>
          <p:nvPr/>
        </p:nvSpPr>
        <p:spPr>
          <a:xfrm>
            <a:off x="585216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1"/>
          <p:cNvSpPr/>
          <p:nvPr/>
        </p:nvSpPr>
        <p:spPr>
          <a:xfrm>
            <a:off x="585216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1"/>
          <p:cNvSpPr/>
          <p:nvPr/>
        </p:nvSpPr>
        <p:spPr>
          <a:xfrm>
            <a:off x="585216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1"/>
          <p:cNvSpPr/>
          <p:nvPr/>
        </p:nvSpPr>
        <p:spPr>
          <a:xfrm>
            <a:off x="585216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1"/>
          <p:cNvSpPr/>
          <p:nvPr/>
        </p:nvSpPr>
        <p:spPr>
          <a:xfrm>
            <a:off x="585216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61"/>
          <p:cNvSpPr/>
          <p:nvPr/>
        </p:nvSpPr>
        <p:spPr>
          <a:xfrm>
            <a:off x="585216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1"/>
          <p:cNvSpPr/>
          <p:nvPr/>
        </p:nvSpPr>
        <p:spPr>
          <a:xfrm>
            <a:off x="585216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1"/>
          <p:cNvSpPr/>
          <p:nvPr/>
        </p:nvSpPr>
        <p:spPr>
          <a:xfrm>
            <a:off x="585216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61"/>
          <p:cNvSpPr/>
          <p:nvPr/>
        </p:nvSpPr>
        <p:spPr>
          <a:xfrm>
            <a:off x="585216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61"/>
          <p:cNvSpPr/>
          <p:nvPr/>
        </p:nvSpPr>
        <p:spPr>
          <a:xfrm>
            <a:off x="585216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1"/>
          <p:cNvSpPr/>
          <p:nvPr/>
        </p:nvSpPr>
        <p:spPr>
          <a:xfrm>
            <a:off x="585216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61"/>
          <p:cNvSpPr/>
          <p:nvPr/>
        </p:nvSpPr>
        <p:spPr>
          <a:xfrm>
            <a:off x="585216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1"/>
          <p:cNvSpPr/>
          <p:nvPr/>
        </p:nvSpPr>
        <p:spPr>
          <a:xfrm>
            <a:off x="585216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1"/>
          <p:cNvSpPr/>
          <p:nvPr/>
        </p:nvSpPr>
        <p:spPr>
          <a:xfrm>
            <a:off x="585216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1"/>
          <p:cNvSpPr/>
          <p:nvPr/>
        </p:nvSpPr>
        <p:spPr>
          <a:xfrm>
            <a:off x="585216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621792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1"/>
          <p:cNvSpPr/>
          <p:nvPr/>
        </p:nvSpPr>
        <p:spPr>
          <a:xfrm>
            <a:off x="621792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1"/>
          <p:cNvSpPr/>
          <p:nvPr/>
        </p:nvSpPr>
        <p:spPr>
          <a:xfrm>
            <a:off x="621792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61"/>
          <p:cNvSpPr/>
          <p:nvPr/>
        </p:nvSpPr>
        <p:spPr>
          <a:xfrm>
            <a:off x="621792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61"/>
          <p:cNvSpPr/>
          <p:nvPr/>
        </p:nvSpPr>
        <p:spPr>
          <a:xfrm>
            <a:off x="621792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1"/>
          <p:cNvSpPr/>
          <p:nvPr/>
        </p:nvSpPr>
        <p:spPr>
          <a:xfrm>
            <a:off x="621792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1"/>
          <p:cNvSpPr/>
          <p:nvPr/>
        </p:nvSpPr>
        <p:spPr>
          <a:xfrm>
            <a:off x="621792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61"/>
          <p:cNvSpPr/>
          <p:nvPr/>
        </p:nvSpPr>
        <p:spPr>
          <a:xfrm>
            <a:off x="621792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1"/>
          <p:cNvSpPr/>
          <p:nvPr/>
        </p:nvSpPr>
        <p:spPr>
          <a:xfrm>
            <a:off x="621792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1"/>
          <p:cNvSpPr/>
          <p:nvPr/>
        </p:nvSpPr>
        <p:spPr>
          <a:xfrm>
            <a:off x="621792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1"/>
          <p:cNvSpPr/>
          <p:nvPr/>
        </p:nvSpPr>
        <p:spPr>
          <a:xfrm>
            <a:off x="621792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61"/>
          <p:cNvSpPr/>
          <p:nvPr/>
        </p:nvSpPr>
        <p:spPr>
          <a:xfrm>
            <a:off x="621792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61"/>
          <p:cNvSpPr/>
          <p:nvPr/>
        </p:nvSpPr>
        <p:spPr>
          <a:xfrm>
            <a:off x="621792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61"/>
          <p:cNvSpPr/>
          <p:nvPr/>
        </p:nvSpPr>
        <p:spPr>
          <a:xfrm>
            <a:off x="621792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1"/>
          <p:cNvSpPr/>
          <p:nvPr/>
        </p:nvSpPr>
        <p:spPr>
          <a:xfrm>
            <a:off x="621792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61"/>
          <p:cNvSpPr/>
          <p:nvPr/>
        </p:nvSpPr>
        <p:spPr>
          <a:xfrm>
            <a:off x="658368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1"/>
          <p:cNvSpPr/>
          <p:nvPr/>
        </p:nvSpPr>
        <p:spPr>
          <a:xfrm>
            <a:off x="658368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61"/>
          <p:cNvSpPr/>
          <p:nvPr/>
        </p:nvSpPr>
        <p:spPr>
          <a:xfrm>
            <a:off x="658368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61"/>
          <p:cNvSpPr/>
          <p:nvPr/>
        </p:nvSpPr>
        <p:spPr>
          <a:xfrm>
            <a:off x="658368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61"/>
          <p:cNvSpPr/>
          <p:nvPr/>
        </p:nvSpPr>
        <p:spPr>
          <a:xfrm>
            <a:off x="658368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61"/>
          <p:cNvSpPr/>
          <p:nvPr/>
        </p:nvSpPr>
        <p:spPr>
          <a:xfrm>
            <a:off x="658368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61"/>
          <p:cNvSpPr/>
          <p:nvPr/>
        </p:nvSpPr>
        <p:spPr>
          <a:xfrm>
            <a:off x="658368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61"/>
          <p:cNvSpPr/>
          <p:nvPr/>
        </p:nvSpPr>
        <p:spPr>
          <a:xfrm>
            <a:off x="658368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61"/>
          <p:cNvSpPr/>
          <p:nvPr/>
        </p:nvSpPr>
        <p:spPr>
          <a:xfrm>
            <a:off x="658368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1"/>
          <p:cNvSpPr/>
          <p:nvPr/>
        </p:nvSpPr>
        <p:spPr>
          <a:xfrm>
            <a:off x="658368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61"/>
          <p:cNvSpPr/>
          <p:nvPr/>
        </p:nvSpPr>
        <p:spPr>
          <a:xfrm>
            <a:off x="658368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61"/>
          <p:cNvSpPr/>
          <p:nvPr/>
        </p:nvSpPr>
        <p:spPr>
          <a:xfrm>
            <a:off x="658368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1"/>
          <p:cNvSpPr/>
          <p:nvPr/>
        </p:nvSpPr>
        <p:spPr>
          <a:xfrm>
            <a:off x="658368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61"/>
          <p:cNvSpPr/>
          <p:nvPr/>
        </p:nvSpPr>
        <p:spPr>
          <a:xfrm>
            <a:off x="658368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61"/>
          <p:cNvSpPr/>
          <p:nvPr/>
        </p:nvSpPr>
        <p:spPr>
          <a:xfrm>
            <a:off x="658368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61"/>
          <p:cNvSpPr/>
          <p:nvPr/>
        </p:nvSpPr>
        <p:spPr>
          <a:xfrm>
            <a:off x="694944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61"/>
          <p:cNvSpPr/>
          <p:nvPr/>
        </p:nvSpPr>
        <p:spPr>
          <a:xfrm>
            <a:off x="694944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61"/>
          <p:cNvSpPr/>
          <p:nvPr/>
        </p:nvSpPr>
        <p:spPr>
          <a:xfrm>
            <a:off x="694944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1"/>
          <p:cNvSpPr/>
          <p:nvPr/>
        </p:nvSpPr>
        <p:spPr>
          <a:xfrm>
            <a:off x="694944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1"/>
          <p:cNvSpPr/>
          <p:nvPr/>
        </p:nvSpPr>
        <p:spPr>
          <a:xfrm>
            <a:off x="694944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1"/>
          <p:cNvSpPr/>
          <p:nvPr/>
        </p:nvSpPr>
        <p:spPr>
          <a:xfrm>
            <a:off x="694944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1"/>
          <p:cNvSpPr/>
          <p:nvPr/>
        </p:nvSpPr>
        <p:spPr>
          <a:xfrm>
            <a:off x="694944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61"/>
          <p:cNvSpPr/>
          <p:nvPr/>
        </p:nvSpPr>
        <p:spPr>
          <a:xfrm>
            <a:off x="694944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61"/>
          <p:cNvSpPr/>
          <p:nvPr/>
        </p:nvSpPr>
        <p:spPr>
          <a:xfrm>
            <a:off x="694944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61"/>
          <p:cNvSpPr/>
          <p:nvPr/>
        </p:nvSpPr>
        <p:spPr>
          <a:xfrm>
            <a:off x="694944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61"/>
          <p:cNvSpPr/>
          <p:nvPr/>
        </p:nvSpPr>
        <p:spPr>
          <a:xfrm>
            <a:off x="694944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1"/>
          <p:cNvSpPr/>
          <p:nvPr/>
        </p:nvSpPr>
        <p:spPr>
          <a:xfrm>
            <a:off x="694944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1"/>
          <p:cNvSpPr/>
          <p:nvPr/>
        </p:nvSpPr>
        <p:spPr>
          <a:xfrm>
            <a:off x="694944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1"/>
          <p:cNvSpPr/>
          <p:nvPr/>
        </p:nvSpPr>
        <p:spPr>
          <a:xfrm>
            <a:off x="694944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61"/>
          <p:cNvSpPr/>
          <p:nvPr/>
        </p:nvSpPr>
        <p:spPr>
          <a:xfrm>
            <a:off x="694944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61"/>
          <p:cNvSpPr/>
          <p:nvPr/>
        </p:nvSpPr>
        <p:spPr>
          <a:xfrm>
            <a:off x="731520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61"/>
          <p:cNvSpPr/>
          <p:nvPr/>
        </p:nvSpPr>
        <p:spPr>
          <a:xfrm>
            <a:off x="731520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1"/>
          <p:cNvSpPr/>
          <p:nvPr/>
        </p:nvSpPr>
        <p:spPr>
          <a:xfrm>
            <a:off x="731520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61"/>
          <p:cNvSpPr/>
          <p:nvPr/>
        </p:nvSpPr>
        <p:spPr>
          <a:xfrm>
            <a:off x="731520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61"/>
          <p:cNvSpPr/>
          <p:nvPr/>
        </p:nvSpPr>
        <p:spPr>
          <a:xfrm>
            <a:off x="731520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61"/>
          <p:cNvSpPr/>
          <p:nvPr/>
        </p:nvSpPr>
        <p:spPr>
          <a:xfrm>
            <a:off x="731520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1"/>
          <p:cNvSpPr/>
          <p:nvPr/>
        </p:nvSpPr>
        <p:spPr>
          <a:xfrm>
            <a:off x="731520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1"/>
          <p:cNvSpPr/>
          <p:nvPr/>
        </p:nvSpPr>
        <p:spPr>
          <a:xfrm>
            <a:off x="731520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61"/>
          <p:cNvSpPr/>
          <p:nvPr/>
        </p:nvSpPr>
        <p:spPr>
          <a:xfrm>
            <a:off x="731520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731520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31520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731520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731520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731520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731520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768096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768096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61"/>
          <p:cNvSpPr/>
          <p:nvPr/>
        </p:nvSpPr>
        <p:spPr>
          <a:xfrm>
            <a:off x="768096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61"/>
          <p:cNvSpPr/>
          <p:nvPr/>
        </p:nvSpPr>
        <p:spPr>
          <a:xfrm>
            <a:off x="768096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61"/>
          <p:cNvSpPr/>
          <p:nvPr/>
        </p:nvSpPr>
        <p:spPr>
          <a:xfrm>
            <a:off x="768096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61"/>
          <p:cNvSpPr/>
          <p:nvPr/>
        </p:nvSpPr>
        <p:spPr>
          <a:xfrm>
            <a:off x="768096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768096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68096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768096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768096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768096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768096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768096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768096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1"/>
          <p:cNvSpPr/>
          <p:nvPr/>
        </p:nvSpPr>
        <p:spPr>
          <a:xfrm>
            <a:off x="768096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1"/>
          <p:cNvSpPr/>
          <p:nvPr/>
        </p:nvSpPr>
        <p:spPr>
          <a:xfrm>
            <a:off x="804672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1"/>
          <p:cNvSpPr/>
          <p:nvPr/>
        </p:nvSpPr>
        <p:spPr>
          <a:xfrm>
            <a:off x="804672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1"/>
          <p:cNvSpPr/>
          <p:nvPr/>
        </p:nvSpPr>
        <p:spPr>
          <a:xfrm>
            <a:off x="804672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1"/>
          <p:cNvSpPr/>
          <p:nvPr/>
        </p:nvSpPr>
        <p:spPr>
          <a:xfrm>
            <a:off x="804672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1"/>
          <p:cNvSpPr/>
          <p:nvPr/>
        </p:nvSpPr>
        <p:spPr>
          <a:xfrm>
            <a:off x="804672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1"/>
          <p:cNvSpPr/>
          <p:nvPr/>
        </p:nvSpPr>
        <p:spPr>
          <a:xfrm>
            <a:off x="804672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1"/>
          <p:cNvSpPr/>
          <p:nvPr/>
        </p:nvSpPr>
        <p:spPr>
          <a:xfrm>
            <a:off x="804672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61"/>
          <p:cNvSpPr/>
          <p:nvPr/>
        </p:nvSpPr>
        <p:spPr>
          <a:xfrm>
            <a:off x="804672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1"/>
          <p:cNvSpPr/>
          <p:nvPr/>
        </p:nvSpPr>
        <p:spPr>
          <a:xfrm>
            <a:off x="804672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1"/>
          <p:cNvSpPr/>
          <p:nvPr/>
        </p:nvSpPr>
        <p:spPr>
          <a:xfrm>
            <a:off x="804672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61"/>
          <p:cNvSpPr/>
          <p:nvPr/>
        </p:nvSpPr>
        <p:spPr>
          <a:xfrm>
            <a:off x="804672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1"/>
          <p:cNvSpPr/>
          <p:nvPr/>
        </p:nvSpPr>
        <p:spPr>
          <a:xfrm>
            <a:off x="804672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61"/>
          <p:cNvSpPr/>
          <p:nvPr/>
        </p:nvSpPr>
        <p:spPr>
          <a:xfrm>
            <a:off x="804672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61"/>
          <p:cNvSpPr/>
          <p:nvPr/>
        </p:nvSpPr>
        <p:spPr>
          <a:xfrm>
            <a:off x="804672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61"/>
          <p:cNvSpPr/>
          <p:nvPr/>
        </p:nvSpPr>
        <p:spPr>
          <a:xfrm>
            <a:off x="804672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61"/>
          <p:cNvSpPr/>
          <p:nvPr/>
        </p:nvSpPr>
        <p:spPr>
          <a:xfrm>
            <a:off x="841248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61"/>
          <p:cNvSpPr/>
          <p:nvPr/>
        </p:nvSpPr>
        <p:spPr>
          <a:xfrm>
            <a:off x="841248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61"/>
          <p:cNvSpPr/>
          <p:nvPr/>
        </p:nvSpPr>
        <p:spPr>
          <a:xfrm>
            <a:off x="841248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61"/>
          <p:cNvSpPr/>
          <p:nvPr/>
        </p:nvSpPr>
        <p:spPr>
          <a:xfrm>
            <a:off x="841248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1"/>
          <p:cNvSpPr/>
          <p:nvPr/>
        </p:nvSpPr>
        <p:spPr>
          <a:xfrm>
            <a:off x="841248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61"/>
          <p:cNvSpPr/>
          <p:nvPr/>
        </p:nvSpPr>
        <p:spPr>
          <a:xfrm>
            <a:off x="841248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1"/>
          <p:cNvSpPr/>
          <p:nvPr/>
        </p:nvSpPr>
        <p:spPr>
          <a:xfrm>
            <a:off x="841248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61"/>
          <p:cNvSpPr/>
          <p:nvPr/>
        </p:nvSpPr>
        <p:spPr>
          <a:xfrm>
            <a:off x="841248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61"/>
          <p:cNvSpPr/>
          <p:nvPr/>
        </p:nvSpPr>
        <p:spPr>
          <a:xfrm>
            <a:off x="841248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1"/>
          <p:cNvSpPr/>
          <p:nvPr/>
        </p:nvSpPr>
        <p:spPr>
          <a:xfrm>
            <a:off x="841248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1"/>
          <p:cNvSpPr/>
          <p:nvPr/>
        </p:nvSpPr>
        <p:spPr>
          <a:xfrm>
            <a:off x="841248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1"/>
          <p:cNvSpPr/>
          <p:nvPr/>
        </p:nvSpPr>
        <p:spPr>
          <a:xfrm>
            <a:off x="841248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1"/>
          <p:cNvSpPr/>
          <p:nvPr/>
        </p:nvSpPr>
        <p:spPr>
          <a:xfrm>
            <a:off x="841248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1"/>
          <p:cNvSpPr/>
          <p:nvPr/>
        </p:nvSpPr>
        <p:spPr>
          <a:xfrm>
            <a:off x="841248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1"/>
          <p:cNvSpPr/>
          <p:nvPr/>
        </p:nvSpPr>
        <p:spPr>
          <a:xfrm>
            <a:off x="841248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1"/>
          <p:cNvSpPr/>
          <p:nvPr/>
        </p:nvSpPr>
        <p:spPr>
          <a:xfrm>
            <a:off x="8778240" y="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1"/>
          <p:cNvSpPr/>
          <p:nvPr/>
        </p:nvSpPr>
        <p:spPr>
          <a:xfrm>
            <a:off x="8778240" y="3657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61"/>
          <p:cNvSpPr/>
          <p:nvPr/>
        </p:nvSpPr>
        <p:spPr>
          <a:xfrm>
            <a:off x="8778240" y="7315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61"/>
          <p:cNvSpPr/>
          <p:nvPr/>
        </p:nvSpPr>
        <p:spPr>
          <a:xfrm>
            <a:off x="8778240" y="10972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1"/>
          <p:cNvSpPr/>
          <p:nvPr/>
        </p:nvSpPr>
        <p:spPr>
          <a:xfrm>
            <a:off x="8778240" y="14630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61"/>
          <p:cNvSpPr/>
          <p:nvPr/>
        </p:nvSpPr>
        <p:spPr>
          <a:xfrm>
            <a:off x="8778240" y="18288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61"/>
          <p:cNvSpPr/>
          <p:nvPr/>
        </p:nvSpPr>
        <p:spPr>
          <a:xfrm>
            <a:off x="8778240" y="21945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1"/>
          <p:cNvSpPr/>
          <p:nvPr/>
        </p:nvSpPr>
        <p:spPr>
          <a:xfrm>
            <a:off x="8778240" y="25603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1"/>
          <p:cNvSpPr/>
          <p:nvPr/>
        </p:nvSpPr>
        <p:spPr>
          <a:xfrm>
            <a:off x="8778240" y="29260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1"/>
          <p:cNvSpPr/>
          <p:nvPr/>
        </p:nvSpPr>
        <p:spPr>
          <a:xfrm>
            <a:off x="8778240" y="32918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61"/>
          <p:cNvSpPr/>
          <p:nvPr/>
        </p:nvSpPr>
        <p:spPr>
          <a:xfrm>
            <a:off x="8778240" y="365760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61"/>
          <p:cNvSpPr/>
          <p:nvPr/>
        </p:nvSpPr>
        <p:spPr>
          <a:xfrm>
            <a:off x="8778240" y="402336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61"/>
          <p:cNvSpPr/>
          <p:nvPr/>
        </p:nvSpPr>
        <p:spPr>
          <a:xfrm>
            <a:off x="8778240" y="438912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61"/>
          <p:cNvSpPr/>
          <p:nvPr/>
        </p:nvSpPr>
        <p:spPr>
          <a:xfrm>
            <a:off x="8778240" y="475488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61"/>
          <p:cNvSpPr/>
          <p:nvPr/>
        </p:nvSpPr>
        <p:spPr>
          <a:xfrm>
            <a:off x="8778240" y="5120640"/>
            <a:ext cx="22800" cy="2280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61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1"/>
          <p:cNvSpPr/>
          <p:nvPr/>
        </p:nvSpPr>
        <p:spPr>
          <a:xfrm>
            <a:off x="365760" y="274320"/>
            <a:ext cx="411600" cy="411600"/>
          </a:xfrm>
          <a:prstGeom prst="ellipse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1"/>
          <p:cNvSpPr txBox="1"/>
          <p:nvPr/>
        </p:nvSpPr>
        <p:spPr>
          <a:xfrm>
            <a:off x="365760" y="274320"/>
            <a:ext cx="411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endParaRPr/>
          </a:p>
        </p:txBody>
      </p:sp>
      <p:sp>
        <p:nvSpPr>
          <p:cNvPr id="802" name="Google Shape;802;p61"/>
          <p:cNvSpPr txBox="1"/>
          <p:nvPr/>
        </p:nvSpPr>
        <p:spPr>
          <a:xfrm>
            <a:off x="822960" y="274320"/>
            <a:ext cx="10974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endParaRPr/>
          </a:p>
        </p:txBody>
      </p:sp>
      <p:sp>
        <p:nvSpPr>
          <p:cNvPr id="803" name="Google Shape;803;p61"/>
          <p:cNvSpPr txBox="1"/>
          <p:nvPr/>
        </p:nvSpPr>
        <p:spPr>
          <a:xfrm>
            <a:off x="2331720" y="274320"/>
            <a:ext cx="12801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0E2"/>
                </a:solidFill>
                <a:latin typeface="Arial"/>
                <a:ea typeface="Arial"/>
                <a:cs typeface="Arial"/>
                <a:sym typeface="Arial"/>
              </a:rPr>
              <a:t>cognee</a:t>
            </a:r>
            <a:endParaRPr/>
          </a:p>
        </p:txBody>
      </p:sp>
      <p:sp>
        <p:nvSpPr>
          <p:cNvPr id="804" name="Google Shape;804;p61"/>
          <p:cNvSpPr/>
          <p:nvPr/>
        </p:nvSpPr>
        <p:spPr>
          <a:xfrm>
            <a:off x="411480" y="1051560"/>
            <a:ext cx="2469000" cy="29250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61"/>
          <p:cNvSpPr txBox="1"/>
          <p:nvPr/>
        </p:nvSpPr>
        <p:spPr>
          <a:xfrm>
            <a:off x="411480" y="1051560"/>
            <a:ext cx="246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AI-MEMORY HACKATHON  ·  SAN FRANCISCO</a:t>
            </a:r>
            <a:endParaRPr/>
          </a:p>
        </p:txBody>
      </p:sp>
      <p:sp>
        <p:nvSpPr>
          <p:cNvPr id="806" name="Google Shape;806;p61"/>
          <p:cNvSpPr txBox="1"/>
          <p:nvPr/>
        </p:nvSpPr>
        <p:spPr>
          <a:xfrm>
            <a:off x="411480" y="1463040"/>
            <a:ext cx="68580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the LLM Wiki</a:t>
            </a:r>
            <a:b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Agents</a:t>
            </a:r>
            <a:b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Actually Remember</a:t>
            </a:r>
            <a:endParaRPr/>
          </a:p>
        </p:txBody>
      </p:sp>
      <p:sp>
        <p:nvSpPr>
          <p:cNvPr id="807" name="Google Shape;807;p61"/>
          <p:cNvSpPr/>
          <p:nvPr/>
        </p:nvSpPr>
        <p:spPr>
          <a:xfrm>
            <a:off x="411480" y="3675887"/>
            <a:ext cx="7132200" cy="530400"/>
          </a:xfrm>
          <a:prstGeom prst="rect">
            <a:avLst/>
          </a:prstGeom>
          <a:solidFill>
            <a:srgbClr val="182E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61"/>
          <p:cNvSpPr txBox="1"/>
          <p:nvPr/>
        </p:nvSpPr>
        <p:spPr>
          <a:xfrm>
            <a:off x="548640" y="3712463"/>
            <a:ext cx="6858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"Instead of just retrieving from raw documents at query time, the LLM</a:t>
            </a:r>
            <a:br>
              <a:rPr b="0" i="1" lang="en-US" sz="105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5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incrementally builds and maintains a persistent wiki"  — Karpathy</a:t>
            </a:r>
            <a:endParaRPr/>
          </a:p>
        </p:txBody>
      </p:sp>
      <p:sp>
        <p:nvSpPr>
          <p:cNvPr id="809" name="Google Shape;809;p61"/>
          <p:cNvSpPr txBox="1"/>
          <p:nvPr/>
        </p:nvSpPr>
        <p:spPr>
          <a:xfrm>
            <a:off x="274320" y="4754880"/>
            <a:ext cx="85953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097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Partner: redis.io   ·   github.com/redis-developer/redis-ai-resources</a:t>
            </a:r>
            <a:endParaRPr/>
          </a:p>
        </p:txBody>
      </p:sp>
      <p:pic>
        <p:nvPicPr>
          <p:cNvPr id="810" name="Google Shape;81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673" y="311732"/>
            <a:ext cx="292500" cy="292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2"/>
          <p:cNvSpPr/>
          <p:nvPr/>
        </p:nvSpPr>
        <p:spPr>
          <a:xfrm>
            <a:off x="365760" y="182880"/>
            <a:ext cx="347472" cy="347472"/>
          </a:xfrm>
          <a:prstGeom prst="ellipse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62"/>
          <p:cNvSpPr txBox="1"/>
          <p:nvPr/>
        </p:nvSpPr>
        <p:spPr>
          <a:xfrm>
            <a:off x="365760" y="1828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6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endParaRPr/>
          </a:p>
        </p:txBody>
      </p:sp>
      <p:sp>
        <p:nvSpPr>
          <p:cNvPr id="818" name="Google Shape;818;p62"/>
          <p:cNvSpPr txBox="1"/>
          <p:nvPr/>
        </p:nvSpPr>
        <p:spPr>
          <a:xfrm>
            <a:off x="822960" y="16459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Redis 101</a:t>
            </a:r>
            <a:endParaRPr/>
          </a:p>
        </p:txBody>
      </p:sp>
      <p:sp>
        <p:nvSpPr>
          <p:cNvPr id="819" name="Google Shape;819;p62"/>
          <p:cNvSpPr txBox="1"/>
          <p:nvPr/>
        </p:nvSpPr>
        <p:spPr>
          <a:xfrm>
            <a:off x="365760" y="71323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world's fastest in-memory data platform, built for AI.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20" name="Google Shape;820;p62"/>
          <p:cNvSpPr/>
          <p:nvPr/>
        </p:nvSpPr>
        <p:spPr>
          <a:xfrm>
            <a:off x="365760" y="1188720"/>
            <a:ext cx="2194560" cy="1463040"/>
          </a:xfrm>
          <a:prstGeom prst="rect">
            <a:avLst/>
          </a:prstGeom>
          <a:solidFill>
            <a:srgbClr val="16334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62"/>
          <p:cNvSpPr txBox="1"/>
          <p:nvPr/>
        </p:nvSpPr>
        <p:spPr>
          <a:xfrm>
            <a:off x="365760" y="1261872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4438"/>
                </a:solidFill>
                <a:latin typeface="Arial Black"/>
                <a:ea typeface="Arial Black"/>
                <a:cs typeface="Arial Black"/>
                <a:sym typeface="Arial Black"/>
              </a:rPr>
              <a:t>&lt;1ms</a:t>
            </a:r>
            <a:endParaRPr/>
          </a:p>
        </p:txBody>
      </p:sp>
      <p:sp>
        <p:nvSpPr>
          <p:cNvPr id="822" name="Google Shape;822;p62"/>
          <p:cNvSpPr txBox="1"/>
          <p:nvPr/>
        </p:nvSpPr>
        <p:spPr>
          <a:xfrm>
            <a:off x="365760" y="19659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typical read/write</a:t>
            </a:r>
            <a:br>
              <a:rPr b="0" i="0" lang="en-US" sz="12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</p:txBody>
      </p:sp>
      <p:sp>
        <p:nvSpPr>
          <p:cNvPr id="823" name="Google Shape;823;p62"/>
          <p:cNvSpPr/>
          <p:nvPr/>
        </p:nvSpPr>
        <p:spPr>
          <a:xfrm>
            <a:off x="2743200" y="1188720"/>
            <a:ext cx="2194560" cy="1463040"/>
          </a:xfrm>
          <a:prstGeom prst="rect">
            <a:avLst/>
          </a:prstGeom>
          <a:solidFill>
            <a:srgbClr val="16334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62"/>
          <p:cNvSpPr txBox="1"/>
          <p:nvPr/>
        </p:nvSpPr>
        <p:spPr>
          <a:xfrm>
            <a:off x="2743200" y="1261872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4438"/>
                </a:solidFill>
                <a:latin typeface="Arial Black"/>
                <a:ea typeface="Arial Black"/>
                <a:cs typeface="Arial Black"/>
                <a:sym typeface="Arial Black"/>
              </a:rPr>
              <a:t>62%</a:t>
            </a:r>
            <a:endParaRPr/>
          </a:p>
        </p:txBody>
      </p:sp>
      <p:sp>
        <p:nvSpPr>
          <p:cNvPr id="825" name="Google Shape;825;p62"/>
          <p:cNvSpPr txBox="1"/>
          <p:nvPr/>
        </p:nvSpPr>
        <p:spPr>
          <a:xfrm>
            <a:off x="2743200" y="19659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faster than the</a:t>
            </a:r>
            <a:br>
              <a:rPr b="0" i="0" lang="en-US" sz="12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#2 vector DB</a:t>
            </a:r>
            <a:endParaRPr/>
          </a:p>
        </p:txBody>
      </p:sp>
      <p:sp>
        <p:nvSpPr>
          <p:cNvPr id="826" name="Google Shape;826;p62"/>
          <p:cNvSpPr/>
          <p:nvPr/>
        </p:nvSpPr>
        <p:spPr>
          <a:xfrm>
            <a:off x="5120640" y="1188720"/>
            <a:ext cx="2194560" cy="1463040"/>
          </a:xfrm>
          <a:prstGeom prst="rect">
            <a:avLst/>
          </a:prstGeom>
          <a:solidFill>
            <a:srgbClr val="16334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62"/>
          <p:cNvSpPr txBox="1"/>
          <p:nvPr/>
        </p:nvSpPr>
        <p:spPr>
          <a:xfrm>
            <a:off x="5120640" y="1261872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4438"/>
                </a:solidFill>
                <a:latin typeface="Arial Black"/>
                <a:ea typeface="Arial Black"/>
                <a:cs typeface="Arial Black"/>
                <a:sym typeface="Arial Black"/>
              </a:rPr>
              <a:t>10+</a:t>
            </a:r>
            <a:endParaRPr/>
          </a:p>
        </p:txBody>
      </p:sp>
      <p:sp>
        <p:nvSpPr>
          <p:cNvPr id="828" name="Google Shape;828;p62"/>
          <p:cNvSpPr txBox="1"/>
          <p:nvPr/>
        </p:nvSpPr>
        <p:spPr>
          <a:xfrm>
            <a:off x="5120640" y="196596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b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(strings, hashes,</a:t>
            </a:r>
            <a:b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vectors &amp; more)</a:t>
            </a:r>
            <a:endParaRPr/>
          </a:p>
        </p:txBody>
      </p:sp>
      <p:sp>
        <p:nvSpPr>
          <p:cNvPr id="829" name="Google Shape;829;p62"/>
          <p:cNvSpPr/>
          <p:nvPr/>
        </p:nvSpPr>
        <p:spPr>
          <a:xfrm>
            <a:off x="7498079" y="1188720"/>
            <a:ext cx="1280160" cy="1463040"/>
          </a:xfrm>
          <a:prstGeom prst="rect">
            <a:avLst/>
          </a:prstGeom>
          <a:solidFill>
            <a:srgbClr val="16334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62"/>
          <p:cNvSpPr txBox="1"/>
          <p:nvPr/>
        </p:nvSpPr>
        <p:spPr>
          <a:xfrm>
            <a:off x="7498079" y="1261872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4438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831" name="Google Shape;831;p62"/>
          <p:cNvSpPr txBox="1"/>
          <p:nvPr/>
        </p:nvSpPr>
        <p:spPr>
          <a:xfrm>
            <a:off x="7498079" y="19659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pip install</a:t>
            </a:r>
            <a:b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away</a:t>
            </a:r>
            <a:endParaRPr/>
          </a:p>
        </p:txBody>
      </p:sp>
      <p:sp>
        <p:nvSpPr>
          <p:cNvPr id="832" name="Google Shape;832;p62"/>
          <p:cNvSpPr txBox="1"/>
          <p:nvPr/>
        </p:nvSpPr>
        <p:spPr>
          <a:xfrm>
            <a:off x="365760" y="285292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What Redis does for your AI stack:</a:t>
            </a:r>
            <a:endParaRPr/>
          </a:p>
        </p:txBody>
      </p:sp>
      <p:sp>
        <p:nvSpPr>
          <p:cNvPr id="833" name="Google Shape;833;p62"/>
          <p:cNvSpPr/>
          <p:nvPr/>
        </p:nvSpPr>
        <p:spPr>
          <a:xfrm>
            <a:off x="365760" y="3246120"/>
            <a:ext cx="1687068" cy="31089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62"/>
          <p:cNvSpPr txBox="1"/>
          <p:nvPr/>
        </p:nvSpPr>
        <p:spPr>
          <a:xfrm>
            <a:off x="365760" y="3246120"/>
            <a:ext cx="16870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/>
          </a:p>
        </p:txBody>
      </p:sp>
      <p:sp>
        <p:nvSpPr>
          <p:cNvPr id="835" name="Google Shape;835;p62"/>
          <p:cNvSpPr/>
          <p:nvPr/>
        </p:nvSpPr>
        <p:spPr>
          <a:xfrm>
            <a:off x="2189988" y="3246120"/>
            <a:ext cx="2002536" cy="310896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62"/>
          <p:cNvSpPr txBox="1"/>
          <p:nvPr/>
        </p:nvSpPr>
        <p:spPr>
          <a:xfrm>
            <a:off x="2189988" y="3246120"/>
            <a:ext cx="20025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Caching</a:t>
            </a:r>
            <a:endParaRPr/>
          </a:p>
        </p:txBody>
      </p:sp>
      <p:sp>
        <p:nvSpPr>
          <p:cNvPr id="837" name="Google Shape;837;p62"/>
          <p:cNvSpPr/>
          <p:nvPr/>
        </p:nvSpPr>
        <p:spPr>
          <a:xfrm>
            <a:off x="4329683" y="3246120"/>
            <a:ext cx="1581912" cy="310896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62"/>
          <p:cNvSpPr txBox="1"/>
          <p:nvPr/>
        </p:nvSpPr>
        <p:spPr>
          <a:xfrm>
            <a:off x="4329683" y="3246120"/>
            <a:ext cx="1581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Memory</a:t>
            </a:r>
            <a:endParaRPr/>
          </a:p>
        </p:txBody>
      </p:sp>
      <p:sp>
        <p:nvSpPr>
          <p:cNvPr id="839" name="Google Shape;839;p62"/>
          <p:cNvSpPr/>
          <p:nvPr/>
        </p:nvSpPr>
        <p:spPr>
          <a:xfrm>
            <a:off x="365760" y="3685031"/>
            <a:ext cx="1687068" cy="310896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62"/>
          <p:cNvSpPr txBox="1"/>
          <p:nvPr/>
        </p:nvSpPr>
        <p:spPr>
          <a:xfrm>
            <a:off x="365760" y="3685031"/>
            <a:ext cx="16870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State</a:t>
            </a:r>
            <a:endParaRPr/>
          </a:p>
        </p:txBody>
      </p:sp>
      <p:sp>
        <p:nvSpPr>
          <p:cNvPr id="841" name="Google Shape;841;p62"/>
          <p:cNvSpPr/>
          <p:nvPr/>
        </p:nvSpPr>
        <p:spPr>
          <a:xfrm>
            <a:off x="2189988" y="3685031"/>
            <a:ext cx="1897380" cy="310896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2"/>
          <p:cNvSpPr txBox="1"/>
          <p:nvPr/>
        </p:nvSpPr>
        <p:spPr>
          <a:xfrm>
            <a:off x="2189988" y="3685031"/>
            <a:ext cx="18973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Router</a:t>
            </a:r>
            <a:endParaRPr/>
          </a:p>
        </p:txBody>
      </p:sp>
      <p:sp>
        <p:nvSpPr>
          <p:cNvPr id="843" name="Google Shape;843;p62"/>
          <p:cNvSpPr/>
          <p:nvPr/>
        </p:nvSpPr>
        <p:spPr>
          <a:xfrm>
            <a:off x="4224528" y="3685031"/>
            <a:ext cx="2002536" cy="310896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62"/>
          <p:cNvSpPr txBox="1"/>
          <p:nvPr/>
        </p:nvSpPr>
        <p:spPr>
          <a:xfrm>
            <a:off x="4224528" y="3685031"/>
            <a:ext cx="20025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Full-Text Search</a:t>
            </a:r>
            <a:endParaRPr/>
          </a:p>
        </p:txBody>
      </p:sp>
      <p:sp>
        <p:nvSpPr>
          <p:cNvPr id="845" name="Google Shape;845;p62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62"/>
          <p:cNvSpPr txBox="1"/>
          <p:nvPr/>
        </p:nvSpPr>
        <p:spPr>
          <a:xfrm>
            <a:off x="502920" y="4213514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Redis is NOT just a cache.  It's a full-featured database: run vector similarity search, full-text search, pub/sub, streams, geospatial, time series — all in one.</a:t>
            </a:r>
            <a:endParaRPr/>
          </a:p>
        </p:txBody>
      </p:sp>
      <p:sp>
        <p:nvSpPr>
          <p:cNvPr id="847" name="Google Shape;847;p62"/>
          <p:cNvSpPr txBox="1"/>
          <p:nvPr/>
        </p:nvSpPr>
        <p:spPr>
          <a:xfrm>
            <a:off x="274320" y="489204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63"/>
          <p:cNvSpPr txBox="1"/>
          <p:nvPr/>
        </p:nvSpPr>
        <p:spPr>
          <a:xfrm>
            <a:off x="365760" y="16459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Search in Redis</a:t>
            </a:r>
            <a:endParaRPr/>
          </a:p>
        </p:txBody>
      </p:sp>
      <p:sp>
        <p:nvSpPr>
          <p:cNvPr id="854" name="Google Shape;854;p63"/>
          <p:cNvSpPr txBox="1"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powered by RedisVL — the Python vector library for Redis</a:t>
            </a:r>
            <a:endParaRPr/>
          </a:p>
        </p:txBody>
      </p:sp>
      <p:sp>
        <p:nvSpPr>
          <p:cNvPr id="855" name="Google Shape;855;p63"/>
          <p:cNvSpPr/>
          <p:nvPr/>
        </p:nvSpPr>
        <p:spPr>
          <a:xfrm>
            <a:off x="365760" y="1051560"/>
            <a:ext cx="3291840" cy="3474720"/>
          </a:xfrm>
          <a:prstGeom prst="rect">
            <a:avLst/>
          </a:prstGeom>
          <a:solidFill>
            <a:srgbClr val="F8F8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3"/>
          <p:cNvSpPr/>
          <p:nvPr/>
        </p:nvSpPr>
        <p:spPr>
          <a:xfrm>
            <a:off x="365760" y="1051560"/>
            <a:ext cx="45720" cy="34747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3"/>
          <p:cNvSpPr txBox="1"/>
          <p:nvPr/>
        </p:nvSpPr>
        <p:spPr>
          <a:xfrm>
            <a:off x="548640" y="11430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4438"/>
                </a:solidFill>
                <a:latin typeface="Consolas"/>
                <a:ea typeface="Consolas"/>
                <a:cs typeface="Consolas"/>
                <a:sym typeface="Consolas"/>
              </a:rPr>
              <a:t>pip install redisvl</a:t>
            </a:r>
            <a:endParaRPr/>
          </a:p>
        </p:txBody>
      </p:sp>
      <p:sp>
        <p:nvSpPr>
          <p:cNvPr id="858" name="Google Shape;858;p63"/>
          <p:cNvSpPr/>
          <p:nvPr/>
        </p:nvSpPr>
        <p:spPr>
          <a:xfrm>
            <a:off x="548640" y="1664208"/>
            <a:ext cx="54864" cy="16459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3"/>
          <p:cNvSpPr txBox="1"/>
          <p:nvPr/>
        </p:nvSpPr>
        <p:spPr>
          <a:xfrm>
            <a:off x="731520" y="1572768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Dedicated Python client for Redis as a vector DB</a:t>
            </a:r>
            <a:endParaRPr/>
          </a:p>
        </p:txBody>
      </p:sp>
      <p:sp>
        <p:nvSpPr>
          <p:cNvPr id="860" name="Google Shape;860;p63"/>
          <p:cNvSpPr/>
          <p:nvPr/>
        </p:nvSpPr>
        <p:spPr>
          <a:xfrm>
            <a:off x="548640" y="2103120"/>
            <a:ext cx="54864" cy="16459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3"/>
          <p:cNvSpPr txBox="1"/>
          <p:nvPr/>
        </p:nvSpPr>
        <p:spPr>
          <a:xfrm>
            <a:off x="731520" y="201168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Built-in support for HNSW &amp; FLAT index algorithms</a:t>
            </a:r>
            <a:endParaRPr/>
          </a:p>
        </p:txBody>
      </p:sp>
      <p:sp>
        <p:nvSpPr>
          <p:cNvPr id="862" name="Google Shape;862;p63"/>
          <p:cNvSpPr/>
          <p:nvPr/>
        </p:nvSpPr>
        <p:spPr>
          <a:xfrm>
            <a:off x="548640" y="2542032"/>
            <a:ext cx="54864" cy="16459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3"/>
          <p:cNvSpPr txBox="1"/>
          <p:nvPr/>
        </p:nvSpPr>
        <p:spPr>
          <a:xfrm>
            <a:off x="731520" y="2450591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Automatic embedding generation</a:t>
            </a:r>
            <a:endParaRPr/>
          </a:p>
        </p:txBody>
      </p:sp>
      <p:sp>
        <p:nvSpPr>
          <p:cNvPr id="864" name="Google Shape;864;p63"/>
          <p:cNvSpPr/>
          <p:nvPr/>
        </p:nvSpPr>
        <p:spPr>
          <a:xfrm>
            <a:off x="548640" y="2980944"/>
            <a:ext cx="54864" cy="16459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3"/>
          <p:cNvSpPr txBox="1"/>
          <p:nvPr/>
        </p:nvSpPr>
        <p:spPr>
          <a:xfrm>
            <a:off x="731520" y="2889504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Semantic caching to cut LLM costs</a:t>
            </a:r>
            <a:endParaRPr/>
          </a:p>
        </p:txBody>
      </p:sp>
      <p:sp>
        <p:nvSpPr>
          <p:cNvPr id="866" name="Google Shape;866;p63"/>
          <p:cNvSpPr/>
          <p:nvPr/>
        </p:nvSpPr>
        <p:spPr>
          <a:xfrm>
            <a:off x="548640" y="3419856"/>
            <a:ext cx="54864" cy="16459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3"/>
          <p:cNvSpPr txBox="1"/>
          <p:nvPr/>
        </p:nvSpPr>
        <p:spPr>
          <a:xfrm>
            <a:off x="731520" y="3328415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Reranking, hybrid search, and routing out-of-the-box</a:t>
            </a:r>
            <a:endParaRPr/>
          </a:p>
        </p:txBody>
      </p:sp>
      <p:sp>
        <p:nvSpPr>
          <p:cNvPr id="868" name="Google Shape;868;p63"/>
          <p:cNvSpPr/>
          <p:nvPr/>
        </p:nvSpPr>
        <p:spPr>
          <a:xfrm>
            <a:off x="548640" y="3858768"/>
            <a:ext cx="54864" cy="16459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63"/>
          <p:cNvSpPr txBox="1"/>
          <p:nvPr/>
        </p:nvSpPr>
        <p:spPr>
          <a:xfrm>
            <a:off x="731520" y="3767328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Fully async — non-blocking in agent pipelines</a:t>
            </a:r>
            <a:endParaRPr/>
          </a:p>
        </p:txBody>
      </p:sp>
      <p:sp>
        <p:nvSpPr>
          <p:cNvPr id="870" name="Google Shape;870;p63"/>
          <p:cNvSpPr/>
          <p:nvPr/>
        </p:nvSpPr>
        <p:spPr>
          <a:xfrm>
            <a:off x="3840480" y="1051560"/>
            <a:ext cx="2377440" cy="155448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3"/>
          <p:cNvSpPr txBox="1"/>
          <p:nvPr/>
        </p:nvSpPr>
        <p:spPr>
          <a:xfrm>
            <a:off x="4005072" y="121615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/>
          </a:p>
        </p:txBody>
      </p:sp>
      <p:sp>
        <p:nvSpPr>
          <p:cNvPr id="872" name="Google Shape;872;p63"/>
          <p:cNvSpPr txBox="1"/>
          <p:nvPr/>
        </p:nvSpPr>
        <p:spPr>
          <a:xfrm>
            <a:off x="4005072" y="1581912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KNN &amp; range queries</a:t>
            </a:r>
            <a:b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over dense embeddings</a:t>
            </a:r>
            <a:endParaRPr/>
          </a:p>
        </p:txBody>
      </p:sp>
      <p:sp>
        <p:nvSpPr>
          <p:cNvPr id="873" name="Google Shape;873;p63"/>
          <p:cNvSpPr/>
          <p:nvPr/>
        </p:nvSpPr>
        <p:spPr>
          <a:xfrm>
            <a:off x="6400800" y="1051560"/>
            <a:ext cx="2377440" cy="1554480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3"/>
          <p:cNvSpPr txBox="1"/>
          <p:nvPr/>
        </p:nvSpPr>
        <p:spPr>
          <a:xfrm>
            <a:off x="6565392" y="121615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Search</a:t>
            </a:r>
            <a:endParaRPr/>
          </a:p>
        </p:txBody>
      </p:sp>
      <p:sp>
        <p:nvSpPr>
          <p:cNvPr id="875" name="Google Shape;875;p63"/>
          <p:cNvSpPr txBox="1"/>
          <p:nvPr/>
        </p:nvSpPr>
        <p:spPr>
          <a:xfrm>
            <a:off x="6565392" y="1581912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Combine vector + full-text</a:t>
            </a:r>
            <a:b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(BM25) in one query</a:t>
            </a:r>
            <a:endParaRPr/>
          </a:p>
        </p:txBody>
      </p:sp>
      <p:sp>
        <p:nvSpPr>
          <p:cNvPr id="876" name="Google Shape;876;p63"/>
          <p:cNvSpPr/>
          <p:nvPr/>
        </p:nvSpPr>
        <p:spPr>
          <a:xfrm>
            <a:off x="3840480" y="2724912"/>
            <a:ext cx="2377440" cy="1554480"/>
          </a:xfrm>
          <a:prstGeom prst="rect">
            <a:avLst/>
          </a:prstGeom>
          <a:solidFill>
            <a:srgbClr val="2E6E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3"/>
          <p:cNvSpPr txBox="1"/>
          <p:nvPr/>
        </p:nvSpPr>
        <p:spPr>
          <a:xfrm>
            <a:off x="4005072" y="2889504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Cache</a:t>
            </a:r>
            <a:endParaRPr/>
          </a:p>
        </p:txBody>
      </p:sp>
      <p:sp>
        <p:nvSpPr>
          <p:cNvPr id="878" name="Google Shape;878;p63"/>
          <p:cNvSpPr txBox="1"/>
          <p:nvPr/>
        </p:nvSpPr>
        <p:spPr>
          <a:xfrm>
            <a:off x="4005072" y="3255264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Skip re-calling the LLM</a:t>
            </a:r>
            <a:b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for similar prompts</a:t>
            </a:r>
            <a:endParaRPr/>
          </a:p>
        </p:txBody>
      </p:sp>
      <p:sp>
        <p:nvSpPr>
          <p:cNvPr id="879" name="Google Shape;879;p63"/>
          <p:cNvSpPr/>
          <p:nvPr/>
        </p:nvSpPr>
        <p:spPr>
          <a:xfrm>
            <a:off x="6400800" y="2724912"/>
            <a:ext cx="2377440" cy="1554480"/>
          </a:xfrm>
          <a:prstGeom prst="rect">
            <a:avLst/>
          </a:prstGeom>
          <a:solidFill>
            <a:srgbClr val="1A6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3"/>
          <p:cNvSpPr txBox="1"/>
          <p:nvPr/>
        </p:nvSpPr>
        <p:spPr>
          <a:xfrm>
            <a:off x="6565392" y="2889504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Router</a:t>
            </a:r>
            <a:endParaRPr/>
          </a:p>
        </p:txBody>
      </p:sp>
      <p:sp>
        <p:nvSpPr>
          <p:cNvPr id="881" name="Google Shape;881;p63"/>
          <p:cNvSpPr txBox="1"/>
          <p:nvPr/>
        </p:nvSpPr>
        <p:spPr>
          <a:xfrm>
            <a:off x="6565392" y="3255264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Route user intent to</a:t>
            </a:r>
            <a:b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correct tool/agent</a:t>
            </a:r>
            <a:endParaRPr/>
          </a:p>
        </p:txBody>
      </p:sp>
      <p:sp>
        <p:nvSpPr>
          <p:cNvPr id="882" name="Google Shape;882;p63"/>
          <p:cNvSpPr txBox="1"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github.com/redis-developer/redis-ai-resources  — dozens of code examples</a:t>
            </a:r>
            <a:endParaRPr/>
          </a:p>
        </p:txBody>
      </p:sp>
      <p:sp>
        <p:nvSpPr>
          <p:cNvPr id="883" name="Google Shape;883;p63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4"/>
          <p:cNvSpPr txBox="1"/>
          <p:nvPr/>
        </p:nvSpPr>
        <p:spPr>
          <a:xfrm>
            <a:off x="365760" y="137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Search in 10 Lines</a:t>
            </a:r>
            <a:endParaRPr/>
          </a:p>
        </p:txBody>
      </p:sp>
      <p:sp>
        <p:nvSpPr>
          <p:cNvPr id="889" name="Google Shape;889;p64"/>
          <p:cNvSpPr txBox="1"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RedisVL — index creation, embedding + search</a:t>
            </a:r>
            <a:endParaRPr/>
          </a:p>
        </p:txBody>
      </p:sp>
      <p:sp>
        <p:nvSpPr>
          <p:cNvPr id="890" name="Google Shape;890;p64"/>
          <p:cNvSpPr/>
          <p:nvPr/>
        </p:nvSpPr>
        <p:spPr>
          <a:xfrm>
            <a:off x="365760" y="960120"/>
            <a:ext cx="5303520" cy="40233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4"/>
          <p:cNvSpPr/>
          <p:nvPr/>
        </p:nvSpPr>
        <p:spPr>
          <a:xfrm>
            <a:off x="365760" y="960120"/>
            <a:ext cx="36576" cy="402336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4"/>
          <p:cNvSpPr txBox="1"/>
          <p:nvPr/>
        </p:nvSpPr>
        <p:spPr>
          <a:xfrm>
            <a:off x="502920" y="1069848"/>
            <a:ext cx="50749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from redisvl.index import SearchIndex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from redisvl.query import VectorQuery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from redisvl.utils.vectorize import OpenAITextVectorizer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79C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1. Define your schema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schema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  "index": {"name": "docs", "prefix": "doc"},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  "fields":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{"name": "content", "type": "text"},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{"name": "embedding", "type": "vector",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     "attrs": {"dims": 1536, "algorithm": "hnsw",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               "distance_metric": "cosine"}}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E6ED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2. Create index &amp; load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index = SearchIndex.from_dict(schema)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index.connect("redis://localhost:6379")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index.create(overwrite=True)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E6ED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3. Vectorize &amp; search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vectorizer = OpenAITextVectorizer()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query_vec  = vectorizer.embed("What is Redis?")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E6EDF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results = index.query(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VectorQuery(query_vec, "embedding", num_results=5)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sp>
        <p:nvSpPr>
          <p:cNvPr id="893" name="Google Shape;893;p64"/>
          <p:cNvSpPr/>
          <p:nvPr/>
        </p:nvSpPr>
        <p:spPr>
          <a:xfrm>
            <a:off x="5943600" y="960120"/>
            <a:ext cx="2834640" cy="4023360"/>
          </a:xfrm>
          <a:prstGeom prst="rect">
            <a:avLst/>
          </a:prstGeom>
          <a:solidFill>
            <a:srgbClr val="1422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64"/>
          <p:cNvSpPr txBox="1"/>
          <p:nvPr/>
        </p:nvSpPr>
        <p:spPr>
          <a:xfrm>
            <a:off x="6080760" y="10789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What you get</a:t>
            </a:r>
            <a:endParaRPr/>
          </a:p>
        </p:txBody>
      </p:sp>
      <p:sp>
        <p:nvSpPr>
          <p:cNvPr id="895" name="Google Shape;895;p64"/>
          <p:cNvSpPr/>
          <p:nvPr/>
        </p:nvSpPr>
        <p:spPr>
          <a:xfrm>
            <a:off x="6080760" y="1600200"/>
            <a:ext cx="54864" cy="5029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4"/>
          <p:cNvSpPr txBox="1"/>
          <p:nvPr/>
        </p:nvSpPr>
        <p:spPr>
          <a:xfrm>
            <a:off x="6263640" y="160020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HNSW indexing</a:t>
            </a:r>
            <a:endParaRPr/>
          </a:p>
        </p:txBody>
      </p:sp>
      <p:sp>
        <p:nvSpPr>
          <p:cNvPr id="897" name="Google Shape;897;p64"/>
          <p:cNvSpPr txBox="1"/>
          <p:nvPr/>
        </p:nvSpPr>
        <p:spPr>
          <a:xfrm>
            <a:off x="6263640" y="1874519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Sub-millisecond ANN at</a:t>
            </a:r>
            <a:b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hundreds of millions of vectors</a:t>
            </a:r>
            <a:endParaRPr/>
          </a:p>
        </p:txBody>
      </p:sp>
      <p:sp>
        <p:nvSpPr>
          <p:cNvPr id="898" name="Google Shape;898;p64"/>
          <p:cNvSpPr/>
          <p:nvPr/>
        </p:nvSpPr>
        <p:spPr>
          <a:xfrm>
            <a:off x="6080760" y="2404872"/>
            <a:ext cx="54864" cy="5029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64"/>
          <p:cNvSpPr txBox="1"/>
          <p:nvPr/>
        </p:nvSpPr>
        <p:spPr>
          <a:xfrm>
            <a:off x="6263640" y="240487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queries</a:t>
            </a:r>
            <a:endParaRPr/>
          </a:p>
        </p:txBody>
      </p:sp>
      <p:sp>
        <p:nvSpPr>
          <p:cNvPr id="900" name="Google Shape;900;p64"/>
          <p:cNvSpPr txBox="1"/>
          <p:nvPr/>
        </p:nvSpPr>
        <p:spPr>
          <a:xfrm>
            <a:off x="6263640" y="2679191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Mix vector KNN with</a:t>
            </a:r>
            <a:b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full-text or numeric filters</a:t>
            </a:r>
            <a:endParaRPr/>
          </a:p>
        </p:txBody>
      </p:sp>
      <p:sp>
        <p:nvSpPr>
          <p:cNvPr id="901" name="Google Shape;901;p64"/>
          <p:cNvSpPr/>
          <p:nvPr/>
        </p:nvSpPr>
        <p:spPr>
          <a:xfrm>
            <a:off x="6080760" y="3209544"/>
            <a:ext cx="54864" cy="5029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64"/>
          <p:cNvSpPr txBox="1"/>
          <p:nvPr/>
        </p:nvSpPr>
        <p:spPr>
          <a:xfrm>
            <a:off x="6263640" y="320954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Async native</a:t>
            </a:r>
            <a:endParaRPr/>
          </a:p>
        </p:txBody>
      </p:sp>
      <p:sp>
        <p:nvSpPr>
          <p:cNvPr id="903" name="Google Shape;903;p64"/>
          <p:cNvSpPr txBox="1"/>
          <p:nvPr/>
        </p:nvSpPr>
        <p:spPr>
          <a:xfrm>
            <a:off x="6263640" y="3483863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Non-blocking in</a:t>
            </a:r>
            <a:b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FastAPI / async agents</a:t>
            </a:r>
            <a:endParaRPr/>
          </a:p>
        </p:txBody>
      </p:sp>
      <p:sp>
        <p:nvSpPr>
          <p:cNvPr id="904" name="Google Shape;904;p64"/>
          <p:cNvSpPr/>
          <p:nvPr/>
        </p:nvSpPr>
        <p:spPr>
          <a:xfrm>
            <a:off x="6080760" y="4014216"/>
            <a:ext cx="54864" cy="5029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4"/>
          <p:cNvSpPr txBox="1"/>
          <p:nvPr/>
        </p:nvSpPr>
        <p:spPr>
          <a:xfrm>
            <a:off x="6263640" y="401421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Auto-sync</a:t>
            </a:r>
            <a:endParaRPr/>
          </a:p>
        </p:txBody>
      </p:sp>
      <p:sp>
        <p:nvSpPr>
          <p:cNvPr id="906" name="Google Shape;906;p64"/>
          <p:cNvSpPr txBox="1"/>
          <p:nvPr/>
        </p:nvSpPr>
        <p:spPr>
          <a:xfrm>
            <a:off x="6263640" y="428853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Index updates on</a:t>
            </a:r>
            <a:b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write — no reindex needed</a:t>
            </a:r>
            <a:endParaRPr/>
          </a:p>
        </p:txBody>
      </p:sp>
      <p:sp>
        <p:nvSpPr>
          <p:cNvPr id="907" name="Google Shape;907;p64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65"/>
          <p:cNvSpPr txBox="1"/>
          <p:nvPr/>
        </p:nvSpPr>
        <p:spPr>
          <a:xfrm>
            <a:off x="365760" y="16459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Cognee + Redis</a:t>
            </a:r>
            <a:endParaRPr/>
          </a:p>
        </p:txBody>
      </p:sp>
      <p:sp>
        <p:nvSpPr>
          <p:cNvPr id="914" name="Google Shape;914;p65"/>
          <p:cNvSpPr txBox="1"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Plug Redis in as Cognee's vector memory backend — one import away</a:t>
            </a:r>
            <a:endParaRPr/>
          </a:p>
        </p:txBody>
      </p:sp>
      <p:sp>
        <p:nvSpPr>
          <p:cNvPr id="915" name="Google Shape;915;p65"/>
          <p:cNvSpPr/>
          <p:nvPr/>
        </p:nvSpPr>
        <p:spPr>
          <a:xfrm>
            <a:off x="320040" y="1097280"/>
            <a:ext cx="1188720" cy="822960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5"/>
          <p:cNvSpPr txBox="1"/>
          <p:nvPr/>
        </p:nvSpPr>
        <p:spPr>
          <a:xfrm>
            <a:off x="320040" y="10972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sp>
        <p:nvSpPr>
          <p:cNvPr id="917" name="Google Shape;917;p65"/>
          <p:cNvSpPr/>
          <p:nvPr/>
        </p:nvSpPr>
        <p:spPr>
          <a:xfrm>
            <a:off x="1874519" y="1097280"/>
            <a:ext cx="1371600" cy="822960"/>
          </a:xfrm>
          <a:prstGeom prst="rect">
            <a:avLst/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5"/>
          <p:cNvSpPr txBox="1"/>
          <p:nvPr/>
        </p:nvSpPr>
        <p:spPr>
          <a:xfrm>
            <a:off x="1874519" y="10972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Cognee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/>
          </a:p>
        </p:txBody>
      </p:sp>
      <p:sp>
        <p:nvSpPr>
          <p:cNvPr id="919" name="Google Shape;919;p65"/>
          <p:cNvSpPr/>
          <p:nvPr/>
        </p:nvSpPr>
        <p:spPr>
          <a:xfrm>
            <a:off x="3611880" y="1097280"/>
            <a:ext cx="1645920" cy="82296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5"/>
          <p:cNvSpPr txBox="1"/>
          <p:nvPr/>
        </p:nvSpPr>
        <p:spPr>
          <a:xfrm>
            <a:off x="3611880" y="109728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/>
          </a:p>
        </p:txBody>
      </p:sp>
      <p:sp>
        <p:nvSpPr>
          <p:cNvPr id="921" name="Google Shape;921;p65"/>
          <p:cNvSpPr/>
          <p:nvPr/>
        </p:nvSpPr>
        <p:spPr>
          <a:xfrm>
            <a:off x="5623560" y="1097280"/>
            <a:ext cx="1280160" cy="822960"/>
          </a:xfrm>
          <a:prstGeom prst="rect">
            <a:avLst/>
          </a:prstGeom>
          <a:solidFill>
            <a:srgbClr val="091A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5"/>
          <p:cNvSpPr txBox="1"/>
          <p:nvPr/>
        </p:nvSpPr>
        <p:spPr>
          <a:xfrm>
            <a:off x="5623560" y="1097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/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</p:txBody>
      </p:sp>
      <p:sp>
        <p:nvSpPr>
          <p:cNvPr id="923" name="Google Shape;923;p65"/>
          <p:cNvSpPr/>
          <p:nvPr/>
        </p:nvSpPr>
        <p:spPr>
          <a:xfrm>
            <a:off x="1536192" y="1463040"/>
            <a:ext cx="320040" cy="73152"/>
          </a:xfrm>
          <a:prstGeom prst="rect">
            <a:avLst/>
          </a:prstGeom>
          <a:solidFill>
            <a:srgbClr val="8888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65"/>
          <p:cNvSpPr/>
          <p:nvPr/>
        </p:nvSpPr>
        <p:spPr>
          <a:xfrm>
            <a:off x="1792224" y="1408176"/>
            <a:ext cx="109728" cy="182880"/>
          </a:xfrm>
          <a:prstGeom prst="rect">
            <a:avLst/>
          </a:prstGeom>
          <a:solidFill>
            <a:srgbClr val="8888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65"/>
          <p:cNvSpPr/>
          <p:nvPr/>
        </p:nvSpPr>
        <p:spPr>
          <a:xfrm>
            <a:off x="3264408" y="1463040"/>
            <a:ext cx="320040" cy="73152"/>
          </a:xfrm>
          <a:prstGeom prst="rect">
            <a:avLst/>
          </a:prstGeom>
          <a:solidFill>
            <a:srgbClr val="8888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65"/>
          <p:cNvSpPr/>
          <p:nvPr/>
        </p:nvSpPr>
        <p:spPr>
          <a:xfrm>
            <a:off x="3520440" y="1408176"/>
            <a:ext cx="109728" cy="182880"/>
          </a:xfrm>
          <a:prstGeom prst="rect">
            <a:avLst/>
          </a:prstGeom>
          <a:solidFill>
            <a:srgbClr val="8888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65"/>
          <p:cNvSpPr/>
          <p:nvPr/>
        </p:nvSpPr>
        <p:spPr>
          <a:xfrm>
            <a:off x="5276088" y="1463040"/>
            <a:ext cx="320040" cy="73152"/>
          </a:xfrm>
          <a:prstGeom prst="rect">
            <a:avLst/>
          </a:prstGeom>
          <a:solidFill>
            <a:srgbClr val="8888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5"/>
          <p:cNvSpPr/>
          <p:nvPr/>
        </p:nvSpPr>
        <p:spPr>
          <a:xfrm>
            <a:off x="5532120" y="1408176"/>
            <a:ext cx="109728" cy="182880"/>
          </a:xfrm>
          <a:prstGeom prst="rect">
            <a:avLst/>
          </a:prstGeom>
          <a:solidFill>
            <a:srgbClr val="8888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65"/>
          <p:cNvSpPr txBox="1"/>
          <p:nvPr/>
        </p:nvSpPr>
        <p:spPr>
          <a:xfrm>
            <a:off x="3611880" y="19751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store / retrieve memories</a:t>
            </a:r>
            <a:endParaRPr/>
          </a:p>
        </p:txBody>
      </p:sp>
      <p:sp>
        <p:nvSpPr>
          <p:cNvPr id="930" name="Google Shape;930;p65"/>
          <p:cNvSpPr/>
          <p:nvPr/>
        </p:nvSpPr>
        <p:spPr>
          <a:xfrm>
            <a:off x="320040" y="2377440"/>
            <a:ext cx="5120640" cy="2560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65"/>
          <p:cNvSpPr/>
          <p:nvPr/>
        </p:nvSpPr>
        <p:spPr>
          <a:xfrm>
            <a:off x="320040" y="2377440"/>
            <a:ext cx="36576" cy="2560320"/>
          </a:xfrm>
          <a:prstGeom prst="rect">
            <a:avLst/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5"/>
          <p:cNvSpPr txBox="1"/>
          <p:nvPr/>
        </p:nvSpPr>
        <p:spPr>
          <a:xfrm>
            <a:off x="502920" y="2450592"/>
            <a:ext cx="4754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import cognee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from cognee.infrastructure.databases.vector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  import get_vectordb_config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79C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Point Cognee at Redis as vector backend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config = get_vectordb_config()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config.vector_db_provider = "redis"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config.vector_db_url      = "redis://localhost:6379"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79C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Now use Cognee normally — Redis handles the memory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await cognee.add(documents)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await cognee.cognify()   # builds the knowledge graph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results = await cognee.search("What did we discuss?")</a:t>
            </a:r>
            <a:endParaRPr/>
          </a:p>
        </p:txBody>
      </p:sp>
      <p:sp>
        <p:nvSpPr>
          <p:cNvPr id="933" name="Google Shape;933;p65"/>
          <p:cNvSpPr txBox="1"/>
          <p:nvPr/>
        </p:nvSpPr>
        <p:spPr>
          <a:xfrm>
            <a:off x="5669280" y="2377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Why Redis for Cognee memory?</a:t>
            </a:r>
            <a:endParaRPr/>
          </a:p>
        </p:txBody>
      </p:sp>
      <p:sp>
        <p:nvSpPr>
          <p:cNvPr id="934" name="Google Shape;934;p65"/>
          <p:cNvSpPr/>
          <p:nvPr/>
        </p:nvSpPr>
        <p:spPr>
          <a:xfrm>
            <a:off x="5669280" y="2926080"/>
            <a:ext cx="64008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5"/>
          <p:cNvSpPr txBox="1"/>
          <p:nvPr/>
        </p:nvSpPr>
        <p:spPr>
          <a:xfrm>
            <a:off x="5852160" y="28346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Persistent memory across agent runs</a:t>
            </a:r>
            <a:endParaRPr/>
          </a:p>
        </p:txBody>
      </p:sp>
      <p:sp>
        <p:nvSpPr>
          <p:cNvPr id="936" name="Google Shape;936;p65"/>
          <p:cNvSpPr/>
          <p:nvPr/>
        </p:nvSpPr>
        <p:spPr>
          <a:xfrm>
            <a:off x="5669280" y="3264408"/>
            <a:ext cx="64008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5"/>
          <p:cNvSpPr txBox="1"/>
          <p:nvPr/>
        </p:nvSpPr>
        <p:spPr>
          <a:xfrm>
            <a:off x="5852160" y="317296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Sub-ms similarity search at scale</a:t>
            </a:r>
            <a:endParaRPr/>
          </a:p>
        </p:txBody>
      </p:sp>
      <p:sp>
        <p:nvSpPr>
          <p:cNvPr id="938" name="Google Shape;938;p65"/>
          <p:cNvSpPr/>
          <p:nvPr/>
        </p:nvSpPr>
        <p:spPr>
          <a:xfrm>
            <a:off x="5669280" y="3602736"/>
            <a:ext cx="64008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5"/>
          <p:cNvSpPr txBox="1"/>
          <p:nvPr/>
        </p:nvSpPr>
        <p:spPr>
          <a:xfrm>
            <a:off x="5852160" y="3511296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Semantic deduplication built-in</a:t>
            </a:r>
            <a:endParaRPr/>
          </a:p>
        </p:txBody>
      </p:sp>
      <p:sp>
        <p:nvSpPr>
          <p:cNvPr id="940" name="Google Shape;940;p65"/>
          <p:cNvSpPr/>
          <p:nvPr/>
        </p:nvSpPr>
        <p:spPr>
          <a:xfrm>
            <a:off x="5669280" y="3941063"/>
            <a:ext cx="64008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65"/>
          <p:cNvSpPr txBox="1"/>
          <p:nvPr/>
        </p:nvSpPr>
        <p:spPr>
          <a:xfrm>
            <a:off x="5852160" y="3849624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Works with any embedding model</a:t>
            </a:r>
            <a:endParaRPr/>
          </a:p>
        </p:txBody>
      </p:sp>
      <p:sp>
        <p:nvSpPr>
          <p:cNvPr id="942" name="Google Shape;942;p65"/>
          <p:cNvSpPr/>
          <p:nvPr/>
        </p:nvSpPr>
        <p:spPr>
          <a:xfrm>
            <a:off x="5669280" y="4279392"/>
            <a:ext cx="64008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5"/>
          <p:cNvSpPr txBox="1"/>
          <p:nvPr/>
        </p:nvSpPr>
        <p:spPr>
          <a:xfrm>
            <a:off x="5852160" y="418795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91A23"/>
                </a:solidFill>
                <a:latin typeface="Calibri"/>
                <a:ea typeface="Calibri"/>
                <a:cs typeface="Calibri"/>
                <a:sym typeface="Calibri"/>
              </a:rPr>
              <a:t>Free cloud tier — no infra setup</a:t>
            </a:r>
            <a:endParaRPr/>
          </a:p>
        </p:txBody>
      </p:sp>
      <p:sp>
        <p:nvSpPr>
          <p:cNvPr id="944" name="Google Shape;944;p6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A23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6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6"/>
          <p:cNvSpPr/>
          <p:nvPr/>
        </p:nvSpPr>
        <p:spPr>
          <a:xfrm>
            <a:off x="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66"/>
          <p:cNvSpPr/>
          <p:nvPr/>
        </p:nvSpPr>
        <p:spPr>
          <a:xfrm>
            <a:off x="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6"/>
          <p:cNvSpPr/>
          <p:nvPr/>
        </p:nvSpPr>
        <p:spPr>
          <a:xfrm>
            <a:off x="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66"/>
          <p:cNvSpPr/>
          <p:nvPr/>
        </p:nvSpPr>
        <p:spPr>
          <a:xfrm>
            <a:off x="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6"/>
          <p:cNvSpPr/>
          <p:nvPr/>
        </p:nvSpPr>
        <p:spPr>
          <a:xfrm>
            <a:off x="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6"/>
          <p:cNvSpPr/>
          <p:nvPr/>
        </p:nvSpPr>
        <p:spPr>
          <a:xfrm>
            <a:off x="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6"/>
          <p:cNvSpPr/>
          <p:nvPr/>
        </p:nvSpPr>
        <p:spPr>
          <a:xfrm>
            <a:off x="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6"/>
          <p:cNvSpPr/>
          <p:nvPr/>
        </p:nvSpPr>
        <p:spPr>
          <a:xfrm>
            <a:off x="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6"/>
          <p:cNvSpPr/>
          <p:nvPr/>
        </p:nvSpPr>
        <p:spPr>
          <a:xfrm>
            <a:off x="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6"/>
          <p:cNvSpPr/>
          <p:nvPr/>
        </p:nvSpPr>
        <p:spPr>
          <a:xfrm>
            <a:off x="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66"/>
          <p:cNvSpPr/>
          <p:nvPr/>
        </p:nvSpPr>
        <p:spPr>
          <a:xfrm>
            <a:off x="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66"/>
          <p:cNvSpPr/>
          <p:nvPr/>
        </p:nvSpPr>
        <p:spPr>
          <a:xfrm>
            <a:off x="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66"/>
          <p:cNvSpPr/>
          <p:nvPr/>
        </p:nvSpPr>
        <p:spPr>
          <a:xfrm>
            <a:off x="41148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6"/>
          <p:cNvSpPr/>
          <p:nvPr/>
        </p:nvSpPr>
        <p:spPr>
          <a:xfrm>
            <a:off x="41148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66"/>
          <p:cNvSpPr/>
          <p:nvPr/>
        </p:nvSpPr>
        <p:spPr>
          <a:xfrm>
            <a:off x="41148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66"/>
          <p:cNvSpPr/>
          <p:nvPr/>
        </p:nvSpPr>
        <p:spPr>
          <a:xfrm>
            <a:off x="41148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6"/>
          <p:cNvSpPr/>
          <p:nvPr/>
        </p:nvSpPr>
        <p:spPr>
          <a:xfrm>
            <a:off x="41148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6"/>
          <p:cNvSpPr/>
          <p:nvPr/>
        </p:nvSpPr>
        <p:spPr>
          <a:xfrm>
            <a:off x="41148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6"/>
          <p:cNvSpPr/>
          <p:nvPr/>
        </p:nvSpPr>
        <p:spPr>
          <a:xfrm>
            <a:off x="41148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6"/>
          <p:cNvSpPr/>
          <p:nvPr/>
        </p:nvSpPr>
        <p:spPr>
          <a:xfrm>
            <a:off x="41148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6"/>
          <p:cNvSpPr/>
          <p:nvPr/>
        </p:nvSpPr>
        <p:spPr>
          <a:xfrm>
            <a:off x="41148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6"/>
          <p:cNvSpPr/>
          <p:nvPr/>
        </p:nvSpPr>
        <p:spPr>
          <a:xfrm>
            <a:off x="41148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6"/>
          <p:cNvSpPr/>
          <p:nvPr/>
        </p:nvSpPr>
        <p:spPr>
          <a:xfrm>
            <a:off x="41148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66"/>
          <p:cNvSpPr/>
          <p:nvPr/>
        </p:nvSpPr>
        <p:spPr>
          <a:xfrm>
            <a:off x="41148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6"/>
          <p:cNvSpPr/>
          <p:nvPr/>
        </p:nvSpPr>
        <p:spPr>
          <a:xfrm>
            <a:off x="41148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6"/>
          <p:cNvSpPr/>
          <p:nvPr/>
        </p:nvSpPr>
        <p:spPr>
          <a:xfrm>
            <a:off x="82296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6"/>
          <p:cNvSpPr/>
          <p:nvPr/>
        </p:nvSpPr>
        <p:spPr>
          <a:xfrm>
            <a:off x="82296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66"/>
          <p:cNvSpPr/>
          <p:nvPr/>
        </p:nvSpPr>
        <p:spPr>
          <a:xfrm>
            <a:off x="82296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6"/>
          <p:cNvSpPr/>
          <p:nvPr/>
        </p:nvSpPr>
        <p:spPr>
          <a:xfrm>
            <a:off x="82296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66"/>
          <p:cNvSpPr/>
          <p:nvPr/>
        </p:nvSpPr>
        <p:spPr>
          <a:xfrm>
            <a:off x="82296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66"/>
          <p:cNvSpPr/>
          <p:nvPr/>
        </p:nvSpPr>
        <p:spPr>
          <a:xfrm>
            <a:off x="82296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66"/>
          <p:cNvSpPr/>
          <p:nvPr/>
        </p:nvSpPr>
        <p:spPr>
          <a:xfrm>
            <a:off x="82296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6"/>
          <p:cNvSpPr/>
          <p:nvPr/>
        </p:nvSpPr>
        <p:spPr>
          <a:xfrm>
            <a:off x="82296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6"/>
          <p:cNvSpPr/>
          <p:nvPr/>
        </p:nvSpPr>
        <p:spPr>
          <a:xfrm>
            <a:off x="82296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66"/>
          <p:cNvSpPr/>
          <p:nvPr/>
        </p:nvSpPr>
        <p:spPr>
          <a:xfrm>
            <a:off x="82296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6"/>
          <p:cNvSpPr/>
          <p:nvPr/>
        </p:nvSpPr>
        <p:spPr>
          <a:xfrm>
            <a:off x="82296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66"/>
          <p:cNvSpPr/>
          <p:nvPr/>
        </p:nvSpPr>
        <p:spPr>
          <a:xfrm>
            <a:off x="82296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66"/>
          <p:cNvSpPr/>
          <p:nvPr/>
        </p:nvSpPr>
        <p:spPr>
          <a:xfrm>
            <a:off x="82296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6"/>
          <p:cNvSpPr/>
          <p:nvPr/>
        </p:nvSpPr>
        <p:spPr>
          <a:xfrm>
            <a:off x="123444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6"/>
          <p:cNvSpPr/>
          <p:nvPr/>
        </p:nvSpPr>
        <p:spPr>
          <a:xfrm>
            <a:off x="123444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66"/>
          <p:cNvSpPr/>
          <p:nvPr/>
        </p:nvSpPr>
        <p:spPr>
          <a:xfrm>
            <a:off x="123444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66"/>
          <p:cNvSpPr/>
          <p:nvPr/>
        </p:nvSpPr>
        <p:spPr>
          <a:xfrm>
            <a:off x="123444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66"/>
          <p:cNvSpPr/>
          <p:nvPr/>
        </p:nvSpPr>
        <p:spPr>
          <a:xfrm>
            <a:off x="123444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66"/>
          <p:cNvSpPr/>
          <p:nvPr/>
        </p:nvSpPr>
        <p:spPr>
          <a:xfrm>
            <a:off x="123444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66"/>
          <p:cNvSpPr/>
          <p:nvPr/>
        </p:nvSpPr>
        <p:spPr>
          <a:xfrm>
            <a:off x="123444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66"/>
          <p:cNvSpPr/>
          <p:nvPr/>
        </p:nvSpPr>
        <p:spPr>
          <a:xfrm>
            <a:off x="123444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66"/>
          <p:cNvSpPr/>
          <p:nvPr/>
        </p:nvSpPr>
        <p:spPr>
          <a:xfrm>
            <a:off x="123444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66"/>
          <p:cNvSpPr/>
          <p:nvPr/>
        </p:nvSpPr>
        <p:spPr>
          <a:xfrm>
            <a:off x="123444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66"/>
          <p:cNvSpPr/>
          <p:nvPr/>
        </p:nvSpPr>
        <p:spPr>
          <a:xfrm>
            <a:off x="123444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66"/>
          <p:cNvSpPr/>
          <p:nvPr/>
        </p:nvSpPr>
        <p:spPr>
          <a:xfrm>
            <a:off x="123444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66"/>
          <p:cNvSpPr/>
          <p:nvPr/>
        </p:nvSpPr>
        <p:spPr>
          <a:xfrm>
            <a:off x="123444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66"/>
          <p:cNvSpPr/>
          <p:nvPr/>
        </p:nvSpPr>
        <p:spPr>
          <a:xfrm>
            <a:off x="164592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66"/>
          <p:cNvSpPr/>
          <p:nvPr/>
        </p:nvSpPr>
        <p:spPr>
          <a:xfrm>
            <a:off x="164592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66"/>
          <p:cNvSpPr/>
          <p:nvPr/>
        </p:nvSpPr>
        <p:spPr>
          <a:xfrm>
            <a:off x="164592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6"/>
          <p:cNvSpPr/>
          <p:nvPr/>
        </p:nvSpPr>
        <p:spPr>
          <a:xfrm>
            <a:off x="164592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6"/>
          <p:cNvSpPr/>
          <p:nvPr/>
        </p:nvSpPr>
        <p:spPr>
          <a:xfrm>
            <a:off x="164592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6"/>
          <p:cNvSpPr/>
          <p:nvPr/>
        </p:nvSpPr>
        <p:spPr>
          <a:xfrm>
            <a:off x="164592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66"/>
          <p:cNvSpPr/>
          <p:nvPr/>
        </p:nvSpPr>
        <p:spPr>
          <a:xfrm>
            <a:off x="164592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6"/>
          <p:cNvSpPr/>
          <p:nvPr/>
        </p:nvSpPr>
        <p:spPr>
          <a:xfrm>
            <a:off x="164592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66"/>
          <p:cNvSpPr/>
          <p:nvPr/>
        </p:nvSpPr>
        <p:spPr>
          <a:xfrm>
            <a:off x="164592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6"/>
          <p:cNvSpPr/>
          <p:nvPr/>
        </p:nvSpPr>
        <p:spPr>
          <a:xfrm>
            <a:off x="164592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6"/>
          <p:cNvSpPr/>
          <p:nvPr/>
        </p:nvSpPr>
        <p:spPr>
          <a:xfrm>
            <a:off x="164592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6"/>
          <p:cNvSpPr/>
          <p:nvPr/>
        </p:nvSpPr>
        <p:spPr>
          <a:xfrm>
            <a:off x="164592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6"/>
          <p:cNvSpPr/>
          <p:nvPr/>
        </p:nvSpPr>
        <p:spPr>
          <a:xfrm>
            <a:off x="164592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6"/>
          <p:cNvSpPr/>
          <p:nvPr/>
        </p:nvSpPr>
        <p:spPr>
          <a:xfrm>
            <a:off x="205740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6"/>
          <p:cNvSpPr/>
          <p:nvPr/>
        </p:nvSpPr>
        <p:spPr>
          <a:xfrm>
            <a:off x="205740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6"/>
          <p:cNvSpPr/>
          <p:nvPr/>
        </p:nvSpPr>
        <p:spPr>
          <a:xfrm>
            <a:off x="205740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6"/>
          <p:cNvSpPr/>
          <p:nvPr/>
        </p:nvSpPr>
        <p:spPr>
          <a:xfrm>
            <a:off x="205740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66"/>
          <p:cNvSpPr/>
          <p:nvPr/>
        </p:nvSpPr>
        <p:spPr>
          <a:xfrm>
            <a:off x="205740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66"/>
          <p:cNvSpPr/>
          <p:nvPr/>
        </p:nvSpPr>
        <p:spPr>
          <a:xfrm>
            <a:off x="205740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66"/>
          <p:cNvSpPr/>
          <p:nvPr/>
        </p:nvSpPr>
        <p:spPr>
          <a:xfrm>
            <a:off x="205740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66"/>
          <p:cNvSpPr/>
          <p:nvPr/>
        </p:nvSpPr>
        <p:spPr>
          <a:xfrm>
            <a:off x="205740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66"/>
          <p:cNvSpPr/>
          <p:nvPr/>
        </p:nvSpPr>
        <p:spPr>
          <a:xfrm>
            <a:off x="205740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66"/>
          <p:cNvSpPr/>
          <p:nvPr/>
        </p:nvSpPr>
        <p:spPr>
          <a:xfrm>
            <a:off x="205740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66"/>
          <p:cNvSpPr/>
          <p:nvPr/>
        </p:nvSpPr>
        <p:spPr>
          <a:xfrm>
            <a:off x="205740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6"/>
          <p:cNvSpPr/>
          <p:nvPr/>
        </p:nvSpPr>
        <p:spPr>
          <a:xfrm>
            <a:off x="205740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66"/>
          <p:cNvSpPr/>
          <p:nvPr/>
        </p:nvSpPr>
        <p:spPr>
          <a:xfrm>
            <a:off x="205740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66"/>
          <p:cNvSpPr/>
          <p:nvPr/>
        </p:nvSpPr>
        <p:spPr>
          <a:xfrm>
            <a:off x="246888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66"/>
          <p:cNvSpPr/>
          <p:nvPr/>
        </p:nvSpPr>
        <p:spPr>
          <a:xfrm>
            <a:off x="246888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66"/>
          <p:cNvSpPr/>
          <p:nvPr/>
        </p:nvSpPr>
        <p:spPr>
          <a:xfrm>
            <a:off x="246888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66"/>
          <p:cNvSpPr/>
          <p:nvPr/>
        </p:nvSpPr>
        <p:spPr>
          <a:xfrm>
            <a:off x="246888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66"/>
          <p:cNvSpPr/>
          <p:nvPr/>
        </p:nvSpPr>
        <p:spPr>
          <a:xfrm>
            <a:off x="246888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66"/>
          <p:cNvSpPr/>
          <p:nvPr/>
        </p:nvSpPr>
        <p:spPr>
          <a:xfrm>
            <a:off x="246888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66"/>
          <p:cNvSpPr/>
          <p:nvPr/>
        </p:nvSpPr>
        <p:spPr>
          <a:xfrm>
            <a:off x="246888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66"/>
          <p:cNvSpPr/>
          <p:nvPr/>
        </p:nvSpPr>
        <p:spPr>
          <a:xfrm>
            <a:off x="246888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66"/>
          <p:cNvSpPr/>
          <p:nvPr/>
        </p:nvSpPr>
        <p:spPr>
          <a:xfrm>
            <a:off x="246888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66"/>
          <p:cNvSpPr/>
          <p:nvPr/>
        </p:nvSpPr>
        <p:spPr>
          <a:xfrm>
            <a:off x="246888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6"/>
          <p:cNvSpPr/>
          <p:nvPr/>
        </p:nvSpPr>
        <p:spPr>
          <a:xfrm>
            <a:off x="246888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6"/>
          <p:cNvSpPr/>
          <p:nvPr/>
        </p:nvSpPr>
        <p:spPr>
          <a:xfrm>
            <a:off x="246888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66"/>
          <p:cNvSpPr/>
          <p:nvPr/>
        </p:nvSpPr>
        <p:spPr>
          <a:xfrm>
            <a:off x="246888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66"/>
          <p:cNvSpPr/>
          <p:nvPr/>
        </p:nvSpPr>
        <p:spPr>
          <a:xfrm>
            <a:off x="288036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66"/>
          <p:cNvSpPr/>
          <p:nvPr/>
        </p:nvSpPr>
        <p:spPr>
          <a:xfrm>
            <a:off x="288036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66"/>
          <p:cNvSpPr/>
          <p:nvPr/>
        </p:nvSpPr>
        <p:spPr>
          <a:xfrm>
            <a:off x="288036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288036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66"/>
          <p:cNvSpPr/>
          <p:nvPr/>
        </p:nvSpPr>
        <p:spPr>
          <a:xfrm>
            <a:off x="288036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66"/>
          <p:cNvSpPr/>
          <p:nvPr/>
        </p:nvSpPr>
        <p:spPr>
          <a:xfrm>
            <a:off x="288036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66"/>
          <p:cNvSpPr/>
          <p:nvPr/>
        </p:nvSpPr>
        <p:spPr>
          <a:xfrm>
            <a:off x="288036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66"/>
          <p:cNvSpPr/>
          <p:nvPr/>
        </p:nvSpPr>
        <p:spPr>
          <a:xfrm>
            <a:off x="288036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6"/>
          <p:cNvSpPr/>
          <p:nvPr/>
        </p:nvSpPr>
        <p:spPr>
          <a:xfrm>
            <a:off x="288036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66"/>
          <p:cNvSpPr/>
          <p:nvPr/>
        </p:nvSpPr>
        <p:spPr>
          <a:xfrm>
            <a:off x="288036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6"/>
          <p:cNvSpPr/>
          <p:nvPr/>
        </p:nvSpPr>
        <p:spPr>
          <a:xfrm>
            <a:off x="288036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66"/>
          <p:cNvSpPr/>
          <p:nvPr/>
        </p:nvSpPr>
        <p:spPr>
          <a:xfrm>
            <a:off x="288036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66"/>
          <p:cNvSpPr/>
          <p:nvPr/>
        </p:nvSpPr>
        <p:spPr>
          <a:xfrm>
            <a:off x="288036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66"/>
          <p:cNvSpPr/>
          <p:nvPr/>
        </p:nvSpPr>
        <p:spPr>
          <a:xfrm>
            <a:off x="329184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329184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66"/>
          <p:cNvSpPr/>
          <p:nvPr/>
        </p:nvSpPr>
        <p:spPr>
          <a:xfrm>
            <a:off x="329184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66"/>
          <p:cNvSpPr/>
          <p:nvPr/>
        </p:nvSpPr>
        <p:spPr>
          <a:xfrm>
            <a:off x="329184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66"/>
          <p:cNvSpPr/>
          <p:nvPr/>
        </p:nvSpPr>
        <p:spPr>
          <a:xfrm>
            <a:off x="329184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66"/>
          <p:cNvSpPr/>
          <p:nvPr/>
        </p:nvSpPr>
        <p:spPr>
          <a:xfrm>
            <a:off x="329184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66"/>
          <p:cNvSpPr/>
          <p:nvPr/>
        </p:nvSpPr>
        <p:spPr>
          <a:xfrm>
            <a:off x="329184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329184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329184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66"/>
          <p:cNvSpPr/>
          <p:nvPr/>
        </p:nvSpPr>
        <p:spPr>
          <a:xfrm>
            <a:off x="329184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66"/>
          <p:cNvSpPr/>
          <p:nvPr/>
        </p:nvSpPr>
        <p:spPr>
          <a:xfrm>
            <a:off x="329184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329184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/>
          <p:nvPr/>
        </p:nvSpPr>
        <p:spPr>
          <a:xfrm>
            <a:off x="329184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66"/>
          <p:cNvSpPr/>
          <p:nvPr/>
        </p:nvSpPr>
        <p:spPr>
          <a:xfrm>
            <a:off x="370332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66"/>
          <p:cNvSpPr/>
          <p:nvPr/>
        </p:nvSpPr>
        <p:spPr>
          <a:xfrm>
            <a:off x="370332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370332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370332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66"/>
          <p:cNvSpPr/>
          <p:nvPr/>
        </p:nvSpPr>
        <p:spPr>
          <a:xfrm>
            <a:off x="370332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66"/>
          <p:cNvSpPr/>
          <p:nvPr/>
        </p:nvSpPr>
        <p:spPr>
          <a:xfrm>
            <a:off x="370332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66"/>
          <p:cNvSpPr/>
          <p:nvPr/>
        </p:nvSpPr>
        <p:spPr>
          <a:xfrm>
            <a:off x="370332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66"/>
          <p:cNvSpPr/>
          <p:nvPr/>
        </p:nvSpPr>
        <p:spPr>
          <a:xfrm>
            <a:off x="370332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66"/>
          <p:cNvSpPr/>
          <p:nvPr/>
        </p:nvSpPr>
        <p:spPr>
          <a:xfrm>
            <a:off x="370332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66"/>
          <p:cNvSpPr/>
          <p:nvPr/>
        </p:nvSpPr>
        <p:spPr>
          <a:xfrm>
            <a:off x="370332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66"/>
          <p:cNvSpPr/>
          <p:nvPr/>
        </p:nvSpPr>
        <p:spPr>
          <a:xfrm>
            <a:off x="370332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6"/>
          <p:cNvSpPr/>
          <p:nvPr/>
        </p:nvSpPr>
        <p:spPr>
          <a:xfrm>
            <a:off x="370332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6"/>
          <p:cNvSpPr/>
          <p:nvPr/>
        </p:nvSpPr>
        <p:spPr>
          <a:xfrm>
            <a:off x="370332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6"/>
          <p:cNvSpPr/>
          <p:nvPr/>
        </p:nvSpPr>
        <p:spPr>
          <a:xfrm>
            <a:off x="411480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6"/>
          <p:cNvSpPr/>
          <p:nvPr/>
        </p:nvSpPr>
        <p:spPr>
          <a:xfrm>
            <a:off x="411480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6"/>
          <p:cNvSpPr/>
          <p:nvPr/>
        </p:nvSpPr>
        <p:spPr>
          <a:xfrm>
            <a:off x="411480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66"/>
          <p:cNvSpPr/>
          <p:nvPr/>
        </p:nvSpPr>
        <p:spPr>
          <a:xfrm>
            <a:off x="411480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66"/>
          <p:cNvSpPr/>
          <p:nvPr/>
        </p:nvSpPr>
        <p:spPr>
          <a:xfrm>
            <a:off x="411480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66"/>
          <p:cNvSpPr/>
          <p:nvPr/>
        </p:nvSpPr>
        <p:spPr>
          <a:xfrm>
            <a:off x="411480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66"/>
          <p:cNvSpPr/>
          <p:nvPr/>
        </p:nvSpPr>
        <p:spPr>
          <a:xfrm>
            <a:off x="411480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66"/>
          <p:cNvSpPr/>
          <p:nvPr/>
        </p:nvSpPr>
        <p:spPr>
          <a:xfrm>
            <a:off x="411480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66"/>
          <p:cNvSpPr/>
          <p:nvPr/>
        </p:nvSpPr>
        <p:spPr>
          <a:xfrm>
            <a:off x="411480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66"/>
          <p:cNvSpPr/>
          <p:nvPr/>
        </p:nvSpPr>
        <p:spPr>
          <a:xfrm>
            <a:off x="411480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66"/>
          <p:cNvSpPr/>
          <p:nvPr/>
        </p:nvSpPr>
        <p:spPr>
          <a:xfrm>
            <a:off x="411480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66"/>
          <p:cNvSpPr/>
          <p:nvPr/>
        </p:nvSpPr>
        <p:spPr>
          <a:xfrm>
            <a:off x="411480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66"/>
          <p:cNvSpPr/>
          <p:nvPr/>
        </p:nvSpPr>
        <p:spPr>
          <a:xfrm>
            <a:off x="411480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66"/>
          <p:cNvSpPr/>
          <p:nvPr/>
        </p:nvSpPr>
        <p:spPr>
          <a:xfrm>
            <a:off x="452628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66"/>
          <p:cNvSpPr/>
          <p:nvPr/>
        </p:nvSpPr>
        <p:spPr>
          <a:xfrm>
            <a:off x="452628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66"/>
          <p:cNvSpPr/>
          <p:nvPr/>
        </p:nvSpPr>
        <p:spPr>
          <a:xfrm>
            <a:off x="452628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66"/>
          <p:cNvSpPr/>
          <p:nvPr/>
        </p:nvSpPr>
        <p:spPr>
          <a:xfrm>
            <a:off x="452628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6"/>
          <p:cNvSpPr/>
          <p:nvPr/>
        </p:nvSpPr>
        <p:spPr>
          <a:xfrm>
            <a:off x="452628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6"/>
          <p:cNvSpPr/>
          <p:nvPr/>
        </p:nvSpPr>
        <p:spPr>
          <a:xfrm>
            <a:off x="452628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6"/>
          <p:cNvSpPr/>
          <p:nvPr/>
        </p:nvSpPr>
        <p:spPr>
          <a:xfrm>
            <a:off x="452628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6"/>
          <p:cNvSpPr/>
          <p:nvPr/>
        </p:nvSpPr>
        <p:spPr>
          <a:xfrm>
            <a:off x="452628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66"/>
          <p:cNvSpPr/>
          <p:nvPr/>
        </p:nvSpPr>
        <p:spPr>
          <a:xfrm>
            <a:off x="452628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66"/>
          <p:cNvSpPr/>
          <p:nvPr/>
        </p:nvSpPr>
        <p:spPr>
          <a:xfrm>
            <a:off x="452628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66"/>
          <p:cNvSpPr/>
          <p:nvPr/>
        </p:nvSpPr>
        <p:spPr>
          <a:xfrm>
            <a:off x="452628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66"/>
          <p:cNvSpPr/>
          <p:nvPr/>
        </p:nvSpPr>
        <p:spPr>
          <a:xfrm>
            <a:off x="452628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66"/>
          <p:cNvSpPr/>
          <p:nvPr/>
        </p:nvSpPr>
        <p:spPr>
          <a:xfrm>
            <a:off x="452628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66"/>
          <p:cNvSpPr/>
          <p:nvPr/>
        </p:nvSpPr>
        <p:spPr>
          <a:xfrm>
            <a:off x="493776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66"/>
          <p:cNvSpPr/>
          <p:nvPr/>
        </p:nvSpPr>
        <p:spPr>
          <a:xfrm>
            <a:off x="493776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66"/>
          <p:cNvSpPr/>
          <p:nvPr/>
        </p:nvSpPr>
        <p:spPr>
          <a:xfrm>
            <a:off x="493776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66"/>
          <p:cNvSpPr/>
          <p:nvPr/>
        </p:nvSpPr>
        <p:spPr>
          <a:xfrm>
            <a:off x="493776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66"/>
          <p:cNvSpPr/>
          <p:nvPr/>
        </p:nvSpPr>
        <p:spPr>
          <a:xfrm>
            <a:off x="493776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66"/>
          <p:cNvSpPr/>
          <p:nvPr/>
        </p:nvSpPr>
        <p:spPr>
          <a:xfrm>
            <a:off x="493776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66"/>
          <p:cNvSpPr/>
          <p:nvPr/>
        </p:nvSpPr>
        <p:spPr>
          <a:xfrm>
            <a:off x="493776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6"/>
          <p:cNvSpPr/>
          <p:nvPr/>
        </p:nvSpPr>
        <p:spPr>
          <a:xfrm>
            <a:off x="493776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66"/>
          <p:cNvSpPr/>
          <p:nvPr/>
        </p:nvSpPr>
        <p:spPr>
          <a:xfrm>
            <a:off x="493776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66"/>
          <p:cNvSpPr/>
          <p:nvPr/>
        </p:nvSpPr>
        <p:spPr>
          <a:xfrm>
            <a:off x="493776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66"/>
          <p:cNvSpPr/>
          <p:nvPr/>
        </p:nvSpPr>
        <p:spPr>
          <a:xfrm>
            <a:off x="493776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66"/>
          <p:cNvSpPr/>
          <p:nvPr/>
        </p:nvSpPr>
        <p:spPr>
          <a:xfrm>
            <a:off x="493776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66"/>
          <p:cNvSpPr/>
          <p:nvPr/>
        </p:nvSpPr>
        <p:spPr>
          <a:xfrm>
            <a:off x="493776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66"/>
          <p:cNvSpPr/>
          <p:nvPr/>
        </p:nvSpPr>
        <p:spPr>
          <a:xfrm>
            <a:off x="534924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66"/>
          <p:cNvSpPr/>
          <p:nvPr/>
        </p:nvSpPr>
        <p:spPr>
          <a:xfrm>
            <a:off x="534924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66"/>
          <p:cNvSpPr/>
          <p:nvPr/>
        </p:nvSpPr>
        <p:spPr>
          <a:xfrm>
            <a:off x="534924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66"/>
          <p:cNvSpPr/>
          <p:nvPr/>
        </p:nvSpPr>
        <p:spPr>
          <a:xfrm>
            <a:off x="534924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66"/>
          <p:cNvSpPr/>
          <p:nvPr/>
        </p:nvSpPr>
        <p:spPr>
          <a:xfrm>
            <a:off x="534924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66"/>
          <p:cNvSpPr/>
          <p:nvPr/>
        </p:nvSpPr>
        <p:spPr>
          <a:xfrm>
            <a:off x="534924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6"/>
          <p:cNvSpPr/>
          <p:nvPr/>
        </p:nvSpPr>
        <p:spPr>
          <a:xfrm>
            <a:off x="534924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66"/>
          <p:cNvSpPr/>
          <p:nvPr/>
        </p:nvSpPr>
        <p:spPr>
          <a:xfrm>
            <a:off x="534924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66"/>
          <p:cNvSpPr/>
          <p:nvPr/>
        </p:nvSpPr>
        <p:spPr>
          <a:xfrm>
            <a:off x="534924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66"/>
          <p:cNvSpPr/>
          <p:nvPr/>
        </p:nvSpPr>
        <p:spPr>
          <a:xfrm>
            <a:off x="534924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66"/>
          <p:cNvSpPr/>
          <p:nvPr/>
        </p:nvSpPr>
        <p:spPr>
          <a:xfrm>
            <a:off x="534924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66"/>
          <p:cNvSpPr/>
          <p:nvPr/>
        </p:nvSpPr>
        <p:spPr>
          <a:xfrm>
            <a:off x="534924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66"/>
          <p:cNvSpPr/>
          <p:nvPr/>
        </p:nvSpPr>
        <p:spPr>
          <a:xfrm>
            <a:off x="534924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66"/>
          <p:cNvSpPr/>
          <p:nvPr/>
        </p:nvSpPr>
        <p:spPr>
          <a:xfrm>
            <a:off x="576072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66"/>
          <p:cNvSpPr/>
          <p:nvPr/>
        </p:nvSpPr>
        <p:spPr>
          <a:xfrm>
            <a:off x="576072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66"/>
          <p:cNvSpPr/>
          <p:nvPr/>
        </p:nvSpPr>
        <p:spPr>
          <a:xfrm>
            <a:off x="576072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66"/>
          <p:cNvSpPr/>
          <p:nvPr/>
        </p:nvSpPr>
        <p:spPr>
          <a:xfrm>
            <a:off x="576072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66"/>
          <p:cNvSpPr/>
          <p:nvPr/>
        </p:nvSpPr>
        <p:spPr>
          <a:xfrm>
            <a:off x="576072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66"/>
          <p:cNvSpPr/>
          <p:nvPr/>
        </p:nvSpPr>
        <p:spPr>
          <a:xfrm>
            <a:off x="576072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66"/>
          <p:cNvSpPr/>
          <p:nvPr/>
        </p:nvSpPr>
        <p:spPr>
          <a:xfrm>
            <a:off x="576072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66"/>
          <p:cNvSpPr/>
          <p:nvPr/>
        </p:nvSpPr>
        <p:spPr>
          <a:xfrm>
            <a:off x="576072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66"/>
          <p:cNvSpPr/>
          <p:nvPr/>
        </p:nvSpPr>
        <p:spPr>
          <a:xfrm>
            <a:off x="576072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66"/>
          <p:cNvSpPr/>
          <p:nvPr/>
        </p:nvSpPr>
        <p:spPr>
          <a:xfrm>
            <a:off x="576072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66"/>
          <p:cNvSpPr/>
          <p:nvPr/>
        </p:nvSpPr>
        <p:spPr>
          <a:xfrm>
            <a:off x="576072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6"/>
          <p:cNvSpPr/>
          <p:nvPr/>
        </p:nvSpPr>
        <p:spPr>
          <a:xfrm>
            <a:off x="576072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66"/>
          <p:cNvSpPr/>
          <p:nvPr/>
        </p:nvSpPr>
        <p:spPr>
          <a:xfrm>
            <a:off x="576072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66"/>
          <p:cNvSpPr/>
          <p:nvPr/>
        </p:nvSpPr>
        <p:spPr>
          <a:xfrm>
            <a:off x="617220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66"/>
          <p:cNvSpPr/>
          <p:nvPr/>
        </p:nvSpPr>
        <p:spPr>
          <a:xfrm>
            <a:off x="617220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66"/>
          <p:cNvSpPr/>
          <p:nvPr/>
        </p:nvSpPr>
        <p:spPr>
          <a:xfrm>
            <a:off x="617220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66"/>
          <p:cNvSpPr/>
          <p:nvPr/>
        </p:nvSpPr>
        <p:spPr>
          <a:xfrm>
            <a:off x="617220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66"/>
          <p:cNvSpPr/>
          <p:nvPr/>
        </p:nvSpPr>
        <p:spPr>
          <a:xfrm>
            <a:off x="617220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66"/>
          <p:cNvSpPr/>
          <p:nvPr/>
        </p:nvSpPr>
        <p:spPr>
          <a:xfrm>
            <a:off x="617220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66"/>
          <p:cNvSpPr/>
          <p:nvPr/>
        </p:nvSpPr>
        <p:spPr>
          <a:xfrm>
            <a:off x="617220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66"/>
          <p:cNvSpPr/>
          <p:nvPr/>
        </p:nvSpPr>
        <p:spPr>
          <a:xfrm>
            <a:off x="617220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66"/>
          <p:cNvSpPr/>
          <p:nvPr/>
        </p:nvSpPr>
        <p:spPr>
          <a:xfrm>
            <a:off x="617220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66"/>
          <p:cNvSpPr/>
          <p:nvPr/>
        </p:nvSpPr>
        <p:spPr>
          <a:xfrm>
            <a:off x="617220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66"/>
          <p:cNvSpPr/>
          <p:nvPr/>
        </p:nvSpPr>
        <p:spPr>
          <a:xfrm>
            <a:off x="617220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66"/>
          <p:cNvSpPr/>
          <p:nvPr/>
        </p:nvSpPr>
        <p:spPr>
          <a:xfrm>
            <a:off x="617220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66"/>
          <p:cNvSpPr/>
          <p:nvPr/>
        </p:nvSpPr>
        <p:spPr>
          <a:xfrm>
            <a:off x="617220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66"/>
          <p:cNvSpPr/>
          <p:nvPr/>
        </p:nvSpPr>
        <p:spPr>
          <a:xfrm>
            <a:off x="658368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66"/>
          <p:cNvSpPr/>
          <p:nvPr/>
        </p:nvSpPr>
        <p:spPr>
          <a:xfrm>
            <a:off x="658368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66"/>
          <p:cNvSpPr/>
          <p:nvPr/>
        </p:nvSpPr>
        <p:spPr>
          <a:xfrm>
            <a:off x="658368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6"/>
          <p:cNvSpPr/>
          <p:nvPr/>
        </p:nvSpPr>
        <p:spPr>
          <a:xfrm>
            <a:off x="658368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66"/>
          <p:cNvSpPr/>
          <p:nvPr/>
        </p:nvSpPr>
        <p:spPr>
          <a:xfrm>
            <a:off x="658368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66"/>
          <p:cNvSpPr/>
          <p:nvPr/>
        </p:nvSpPr>
        <p:spPr>
          <a:xfrm>
            <a:off x="658368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66"/>
          <p:cNvSpPr/>
          <p:nvPr/>
        </p:nvSpPr>
        <p:spPr>
          <a:xfrm>
            <a:off x="658368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66"/>
          <p:cNvSpPr/>
          <p:nvPr/>
        </p:nvSpPr>
        <p:spPr>
          <a:xfrm>
            <a:off x="658368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66"/>
          <p:cNvSpPr/>
          <p:nvPr/>
        </p:nvSpPr>
        <p:spPr>
          <a:xfrm>
            <a:off x="658368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66"/>
          <p:cNvSpPr/>
          <p:nvPr/>
        </p:nvSpPr>
        <p:spPr>
          <a:xfrm>
            <a:off x="658368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66"/>
          <p:cNvSpPr/>
          <p:nvPr/>
        </p:nvSpPr>
        <p:spPr>
          <a:xfrm>
            <a:off x="658368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66"/>
          <p:cNvSpPr/>
          <p:nvPr/>
        </p:nvSpPr>
        <p:spPr>
          <a:xfrm>
            <a:off x="658368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66"/>
          <p:cNvSpPr/>
          <p:nvPr/>
        </p:nvSpPr>
        <p:spPr>
          <a:xfrm>
            <a:off x="658368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6"/>
          <p:cNvSpPr/>
          <p:nvPr/>
        </p:nvSpPr>
        <p:spPr>
          <a:xfrm>
            <a:off x="699516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66"/>
          <p:cNvSpPr/>
          <p:nvPr/>
        </p:nvSpPr>
        <p:spPr>
          <a:xfrm>
            <a:off x="699516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66"/>
          <p:cNvSpPr/>
          <p:nvPr/>
        </p:nvSpPr>
        <p:spPr>
          <a:xfrm>
            <a:off x="699516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66"/>
          <p:cNvSpPr/>
          <p:nvPr/>
        </p:nvSpPr>
        <p:spPr>
          <a:xfrm>
            <a:off x="699516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66"/>
          <p:cNvSpPr/>
          <p:nvPr/>
        </p:nvSpPr>
        <p:spPr>
          <a:xfrm>
            <a:off x="699516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66"/>
          <p:cNvSpPr/>
          <p:nvPr/>
        </p:nvSpPr>
        <p:spPr>
          <a:xfrm>
            <a:off x="699516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66"/>
          <p:cNvSpPr/>
          <p:nvPr/>
        </p:nvSpPr>
        <p:spPr>
          <a:xfrm>
            <a:off x="699516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66"/>
          <p:cNvSpPr/>
          <p:nvPr/>
        </p:nvSpPr>
        <p:spPr>
          <a:xfrm>
            <a:off x="699516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6"/>
          <p:cNvSpPr/>
          <p:nvPr/>
        </p:nvSpPr>
        <p:spPr>
          <a:xfrm>
            <a:off x="699516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66"/>
          <p:cNvSpPr/>
          <p:nvPr/>
        </p:nvSpPr>
        <p:spPr>
          <a:xfrm>
            <a:off x="699516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66"/>
          <p:cNvSpPr/>
          <p:nvPr/>
        </p:nvSpPr>
        <p:spPr>
          <a:xfrm>
            <a:off x="699516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66"/>
          <p:cNvSpPr/>
          <p:nvPr/>
        </p:nvSpPr>
        <p:spPr>
          <a:xfrm>
            <a:off x="699516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66"/>
          <p:cNvSpPr/>
          <p:nvPr/>
        </p:nvSpPr>
        <p:spPr>
          <a:xfrm>
            <a:off x="699516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66"/>
          <p:cNvSpPr/>
          <p:nvPr/>
        </p:nvSpPr>
        <p:spPr>
          <a:xfrm>
            <a:off x="740664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66"/>
          <p:cNvSpPr/>
          <p:nvPr/>
        </p:nvSpPr>
        <p:spPr>
          <a:xfrm>
            <a:off x="740664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66"/>
          <p:cNvSpPr/>
          <p:nvPr/>
        </p:nvSpPr>
        <p:spPr>
          <a:xfrm>
            <a:off x="740664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66"/>
          <p:cNvSpPr/>
          <p:nvPr/>
        </p:nvSpPr>
        <p:spPr>
          <a:xfrm>
            <a:off x="740664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66"/>
          <p:cNvSpPr/>
          <p:nvPr/>
        </p:nvSpPr>
        <p:spPr>
          <a:xfrm>
            <a:off x="740664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66"/>
          <p:cNvSpPr/>
          <p:nvPr/>
        </p:nvSpPr>
        <p:spPr>
          <a:xfrm>
            <a:off x="740664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66"/>
          <p:cNvSpPr/>
          <p:nvPr/>
        </p:nvSpPr>
        <p:spPr>
          <a:xfrm>
            <a:off x="740664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66"/>
          <p:cNvSpPr/>
          <p:nvPr/>
        </p:nvSpPr>
        <p:spPr>
          <a:xfrm>
            <a:off x="740664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66"/>
          <p:cNvSpPr/>
          <p:nvPr/>
        </p:nvSpPr>
        <p:spPr>
          <a:xfrm>
            <a:off x="740664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66"/>
          <p:cNvSpPr/>
          <p:nvPr/>
        </p:nvSpPr>
        <p:spPr>
          <a:xfrm>
            <a:off x="740664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66"/>
          <p:cNvSpPr/>
          <p:nvPr/>
        </p:nvSpPr>
        <p:spPr>
          <a:xfrm>
            <a:off x="740664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66"/>
          <p:cNvSpPr/>
          <p:nvPr/>
        </p:nvSpPr>
        <p:spPr>
          <a:xfrm>
            <a:off x="740664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66"/>
          <p:cNvSpPr/>
          <p:nvPr/>
        </p:nvSpPr>
        <p:spPr>
          <a:xfrm>
            <a:off x="740664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66"/>
          <p:cNvSpPr/>
          <p:nvPr/>
        </p:nvSpPr>
        <p:spPr>
          <a:xfrm>
            <a:off x="781812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66"/>
          <p:cNvSpPr/>
          <p:nvPr/>
        </p:nvSpPr>
        <p:spPr>
          <a:xfrm>
            <a:off x="781812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66"/>
          <p:cNvSpPr/>
          <p:nvPr/>
        </p:nvSpPr>
        <p:spPr>
          <a:xfrm>
            <a:off x="781812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66"/>
          <p:cNvSpPr/>
          <p:nvPr/>
        </p:nvSpPr>
        <p:spPr>
          <a:xfrm>
            <a:off x="781812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66"/>
          <p:cNvSpPr/>
          <p:nvPr/>
        </p:nvSpPr>
        <p:spPr>
          <a:xfrm>
            <a:off x="781812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66"/>
          <p:cNvSpPr/>
          <p:nvPr/>
        </p:nvSpPr>
        <p:spPr>
          <a:xfrm>
            <a:off x="781812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66"/>
          <p:cNvSpPr/>
          <p:nvPr/>
        </p:nvSpPr>
        <p:spPr>
          <a:xfrm>
            <a:off x="781812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66"/>
          <p:cNvSpPr/>
          <p:nvPr/>
        </p:nvSpPr>
        <p:spPr>
          <a:xfrm>
            <a:off x="781812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66"/>
          <p:cNvSpPr/>
          <p:nvPr/>
        </p:nvSpPr>
        <p:spPr>
          <a:xfrm>
            <a:off x="781812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66"/>
          <p:cNvSpPr/>
          <p:nvPr/>
        </p:nvSpPr>
        <p:spPr>
          <a:xfrm>
            <a:off x="781812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66"/>
          <p:cNvSpPr/>
          <p:nvPr/>
        </p:nvSpPr>
        <p:spPr>
          <a:xfrm>
            <a:off x="781812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66"/>
          <p:cNvSpPr/>
          <p:nvPr/>
        </p:nvSpPr>
        <p:spPr>
          <a:xfrm>
            <a:off x="781812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66"/>
          <p:cNvSpPr/>
          <p:nvPr/>
        </p:nvSpPr>
        <p:spPr>
          <a:xfrm>
            <a:off x="781812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66"/>
          <p:cNvSpPr/>
          <p:nvPr/>
        </p:nvSpPr>
        <p:spPr>
          <a:xfrm>
            <a:off x="822960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66"/>
          <p:cNvSpPr/>
          <p:nvPr/>
        </p:nvSpPr>
        <p:spPr>
          <a:xfrm>
            <a:off x="822960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66"/>
          <p:cNvSpPr/>
          <p:nvPr/>
        </p:nvSpPr>
        <p:spPr>
          <a:xfrm>
            <a:off x="822960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66"/>
          <p:cNvSpPr/>
          <p:nvPr/>
        </p:nvSpPr>
        <p:spPr>
          <a:xfrm>
            <a:off x="822960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66"/>
          <p:cNvSpPr/>
          <p:nvPr/>
        </p:nvSpPr>
        <p:spPr>
          <a:xfrm>
            <a:off x="822960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66"/>
          <p:cNvSpPr/>
          <p:nvPr/>
        </p:nvSpPr>
        <p:spPr>
          <a:xfrm>
            <a:off x="822960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66"/>
          <p:cNvSpPr/>
          <p:nvPr/>
        </p:nvSpPr>
        <p:spPr>
          <a:xfrm>
            <a:off x="822960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66"/>
          <p:cNvSpPr/>
          <p:nvPr/>
        </p:nvSpPr>
        <p:spPr>
          <a:xfrm>
            <a:off x="822960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66"/>
          <p:cNvSpPr/>
          <p:nvPr/>
        </p:nvSpPr>
        <p:spPr>
          <a:xfrm>
            <a:off x="822960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66"/>
          <p:cNvSpPr/>
          <p:nvPr/>
        </p:nvSpPr>
        <p:spPr>
          <a:xfrm>
            <a:off x="822960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66"/>
          <p:cNvSpPr/>
          <p:nvPr/>
        </p:nvSpPr>
        <p:spPr>
          <a:xfrm>
            <a:off x="822960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66"/>
          <p:cNvSpPr/>
          <p:nvPr/>
        </p:nvSpPr>
        <p:spPr>
          <a:xfrm>
            <a:off x="822960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66"/>
          <p:cNvSpPr/>
          <p:nvPr/>
        </p:nvSpPr>
        <p:spPr>
          <a:xfrm>
            <a:off x="822960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66"/>
          <p:cNvSpPr/>
          <p:nvPr/>
        </p:nvSpPr>
        <p:spPr>
          <a:xfrm>
            <a:off x="864108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66"/>
          <p:cNvSpPr/>
          <p:nvPr/>
        </p:nvSpPr>
        <p:spPr>
          <a:xfrm>
            <a:off x="864108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66"/>
          <p:cNvSpPr/>
          <p:nvPr/>
        </p:nvSpPr>
        <p:spPr>
          <a:xfrm>
            <a:off x="864108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66"/>
          <p:cNvSpPr/>
          <p:nvPr/>
        </p:nvSpPr>
        <p:spPr>
          <a:xfrm>
            <a:off x="864108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66"/>
          <p:cNvSpPr/>
          <p:nvPr/>
        </p:nvSpPr>
        <p:spPr>
          <a:xfrm>
            <a:off x="864108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66"/>
          <p:cNvSpPr/>
          <p:nvPr/>
        </p:nvSpPr>
        <p:spPr>
          <a:xfrm>
            <a:off x="864108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66"/>
          <p:cNvSpPr/>
          <p:nvPr/>
        </p:nvSpPr>
        <p:spPr>
          <a:xfrm>
            <a:off x="864108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66"/>
          <p:cNvSpPr/>
          <p:nvPr/>
        </p:nvSpPr>
        <p:spPr>
          <a:xfrm>
            <a:off x="864108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66"/>
          <p:cNvSpPr/>
          <p:nvPr/>
        </p:nvSpPr>
        <p:spPr>
          <a:xfrm>
            <a:off x="864108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66"/>
          <p:cNvSpPr/>
          <p:nvPr/>
        </p:nvSpPr>
        <p:spPr>
          <a:xfrm>
            <a:off x="864108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66"/>
          <p:cNvSpPr/>
          <p:nvPr/>
        </p:nvSpPr>
        <p:spPr>
          <a:xfrm>
            <a:off x="864108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66"/>
          <p:cNvSpPr/>
          <p:nvPr/>
        </p:nvSpPr>
        <p:spPr>
          <a:xfrm>
            <a:off x="864108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66"/>
          <p:cNvSpPr/>
          <p:nvPr/>
        </p:nvSpPr>
        <p:spPr>
          <a:xfrm>
            <a:off x="864108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6"/>
          <p:cNvSpPr/>
          <p:nvPr/>
        </p:nvSpPr>
        <p:spPr>
          <a:xfrm>
            <a:off x="9052560" y="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66"/>
          <p:cNvSpPr/>
          <p:nvPr/>
        </p:nvSpPr>
        <p:spPr>
          <a:xfrm>
            <a:off x="9052560" y="4114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66"/>
          <p:cNvSpPr/>
          <p:nvPr/>
        </p:nvSpPr>
        <p:spPr>
          <a:xfrm>
            <a:off x="9052560" y="8229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6"/>
          <p:cNvSpPr/>
          <p:nvPr/>
        </p:nvSpPr>
        <p:spPr>
          <a:xfrm>
            <a:off x="9052560" y="12344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66"/>
          <p:cNvSpPr/>
          <p:nvPr/>
        </p:nvSpPr>
        <p:spPr>
          <a:xfrm>
            <a:off x="9052560" y="16459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66"/>
          <p:cNvSpPr/>
          <p:nvPr/>
        </p:nvSpPr>
        <p:spPr>
          <a:xfrm>
            <a:off x="9052560" y="20574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66"/>
          <p:cNvSpPr/>
          <p:nvPr/>
        </p:nvSpPr>
        <p:spPr>
          <a:xfrm>
            <a:off x="9052560" y="24688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66"/>
          <p:cNvSpPr/>
          <p:nvPr/>
        </p:nvSpPr>
        <p:spPr>
          <a:xfrm>
            <a:off x="9052560" y="28803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66"/>
          <p:cNvSpPr/>
          <p:nvPr/>
        </p:nvSpPr>
        <p:spPr>
          <a:xfrm>
            <a:off x="9052560" y="329184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66"/>
          <p:cNvSpPr/>
          <p:nvPr/>
        </p:nvSpPr>
        <p:spPr>
          <a:xfrm>
            <a:off x="9052560" y="370332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66"/>
          <p:cNvSpPr/>
          <p:nvPr/>
        </p:nvSpPr>
        <p:spPr>
          <a:xfrm>
            <a:off x="9052560" y="411480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66"/>
          <p:cNvSpPr/>
          <p:nvPr/>
        </p:nvSpPr>
        <p:spPr>
          <a:xfrm>
            <a:off x="9052560" y="452628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66"/>
          <p:cNvSpPr/>
          <p:nvPr/>
        </p:nvSpPr>
        <p:spPr>
          <a:xfrm>
            <a:off x="9052560" y="4937760"/>
            <a:ext cx="22860" cy="22860"/>
          </a:xfrm>
          <a:prstGeom prst="ellipse">
            <a:avLst/>
          </a:prstGeom>
          <a:solidFill>
            <a:srgbClr val="142D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66"/>
          <p:cNvSpPr/>
          <p:nvPr/>
        </p:nvSpPr>
        <p:spPr>
          <a:xfrm>
            <a:off x="3291840" y="640080"/>
            <a:ext cx="2560320" cy="2560320"/>
          </a:xfrm>
          <a:prstGeom prst="ellipse">
            <a:avLst/>
          </a:prstGeom>
          <a:solidFill>
            <a:srgbClr val="FF4438">
              <a:alpha val="784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66"/>
          <p:cNvSpPr/>
          <p:nvPr/>
        </p:nvSpPr>
        <p:spPr>
          <a:xfrm>
            <a:off x="3657600" y="1005840"/>
            <a:ext cx="1828800" cy="1828800"/>
          </a:xfrm>
          <a:prstGeom prst="ellipse">
            <a:avLst/>
          </a:prstGeom>
          <a:solidFill>
            <a:srgbClr val="FF4438">
              <a:alpha val="12156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66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FF4438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66"/>
          <p:cNvSpPr/>
          <p:nvPr/>
        </p:nvSpPr>
        <p:spPr>
          <a:xfrm>
            <a:off x="3977639" y="1325880"/>
            <a:ext cx="1188720" cy="1188720"/>
          </a:xfrm>
          <a:prstGeom prst="ellipse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66"/>
          <p:cNvSpPr txBox="1"/>
          <p:nvPr/>
        </p:nvSpPr>
        <p:spPr>
          <a:xfrm>
            <a:off x="3977639" y="1417320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IRIS</a:t>
            </a:r>
            <a:endParaRPr/>
          </a:p>
        </p:txBody>
      </p:sp>
      <p:sp>
        <p:nvSpPr>
          <p:cNvPr id="1253" name="Google Shape;1253;p66"/>
          <p:cNvSpPr txBox="1"/>
          <p:nvPr/>
        </p:nvSpPr>
        <p:spPr>
          <a:xfrm>
            <a:off x="3977639" y="196596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Redis</a:t>
            </a:r>
            <a:endParaRPr/>
          </a:p>
        </p:txBody>
      </p:sp>
      <p:sp>
        <p:nvSpPr>
          <p:cNvPr id="1254" name="Google Shape;1254;p66"/>
          <p:cNvSpPr txBox="1"/>
          <p:nvPr/>
        </p:nvSpPr>
        <p:spPr>
          <a:xfrm>
            <a:off x="411480" y="26517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Something big is coming.</a:t>
            </a:r>
            <a:endParaRPr/>
          </a:p>
        </p:txBody>
      </p:sp>
      <p:sp>
        <p:nvSpPr>
          <p:cNvPr id="1255" name="Google Shape;1255;p66"/>
          <p:cNvSpPr txBox="1"/>
          <p:nvPr/>
        </p:nvSpPr>
        <p:spPr>
          <a:xfrm>
            <a:off x="914400" y="33375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Redis Iris — an intelligent layer that brings native AI reasoning</a:t>
            </a:r>
            <a:br>
              <a:rPr b="0" i="0" lang="en-US" sz="16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to your Redis data. Launching this Monday.</a:t>
            </a:r>
            <a:endParaRPr/>
          </a:p>
        </p:txBody>
      </p:sp>
      <p:sp>
        <p:nvSpPr>
          <p:cNvPr id="1256" name="Google Shape;1256;p66"/>
          <p:cNvSpPr/>
          <p:nvPr/>
        </p:nvSpPr>
        <p:spPr>
          <a:xfrm>
            <a:off x="3474720" y="4206240"/>
            <a:ext cx="2194560" cy="384048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66"/>
          <p:cNvSpPr txBox="1"/>
          <p:nvPr/>
        </p:nvSpPr>
        <p:spPr>
          <a:xfrm>
            <a:off x="3474720" y="420624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Stay tuned — Monday launch</a:t>
            </a:r>
            <a:endParaRPr/>
          </a:p>
        </p:txBody>
      </p:sp>
      <p:sp>
        <p:nvSpPr>
          <p:cNvPr id="1258" name="Google Shape;1258;p6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67"/>
          <p:cNvSpPr txBox="1"/>
          <p:nvPr>
            <p:ph idx="4294967295" type="title"/>
          </p:nvPr>
        </p:nvSpPr>
        <p:spPr>
          <a:xfrm>
            <a:off x="3930275" y="515311"/>
            <a:ext cx="18930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Free Redis for qualifying startups</a:t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264" name="Google Shape;1264;p67"/>
          <p:cNvSpPr txBox="1"/>
          <p:nvPr>
            <p:ph idx="4294967295" type="body"/>
          </p:nvPr>
        </p:nvSpPr>
        <p:spPr>
          <a:xfrm>
            <a:off x="6220775" y="484275"/>
            <a:ext cx="2357100" cy="12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Angel, Pre-seed, and Seed stage startups can take advantage of exclusive benefits to help your business build fast apps and scale earlier.</a:t>
            </a:r>
            <a:endParaRPr sz="900"/>
          </a:p>
          <a:p>
            <a:pPr indent="-148590" lvl="0" marL="219456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→"/>
            </a:pPr>
            <a:r>
              <a:rPr lang="en-US" sz="900"/>
              <a:t>$25k Redis Cloud credit for 6 months—</a:t>
            </a:r>
            <a:br>
              <a:rPr lang="en-US" sz="900"/>
            </a:br>
            <a:r>
              <a:rPr lang="en-US" sz="900"/>
              <a:t>usage limits apply</a:t>
            </a:r>
            <a:endParaRPr sz="900"/>
          </a:p>
          <a:p>
            <a:pPr indent="-148590" lvl="0" marL="219456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900"/>
              <a:buChar char="→"/>
            </a:pPr>
            <a:r>
              <a:rPr lang="en-US" sz="900"/>
              <a:t>Early access to new Redis features and products</a:t>
            </a:r>
            <a:endParaRPr sz="900"/>
          </a:p>
        </p:txBody>
      </p:sp>
      <p:pic>
        <p:nvPicPr>
          <p:cNvPr id="1265" name="Google Shape;126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5459" y="580084"/>
            <a:ext cx="287204" cy="299061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67"/>
          <p:cNvSpPr txBox="1"/>
          <p:nvPr>
            <p:ph idx="4294967295" type="title"/>
          </p:nvPr>
        </p:nvSpPr>
        <p:spPr>
          <a:xfrm>
            <a:off x="3930275" y="2083589"/>
            <a:ext cx="19812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Access to Redis support</a:t>
            </a:r>
            <a:endParaRPr sz="1400">
              <a:solidFill>
                <a:schemeClr val="dk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pic>
        <p:nvPicPr>
          <p:cNvPr id="1267" name="Google Shape;1267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5443" y="2131215"/>
            <a:ext cx="235442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67"/>
          <p:cNvSpPr txBox="1"/>
          <p:nvPr>
            <p:ph idx="4294967295" type="title"/>
          </p:nvPr>
        </p:nvSpPr>
        <p:spPr>
          <a:xfrm>
            <a:off x="3930275" y="3631877"/>
            <a:ext cx="19812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Build your brand</a:t>
            </a:r>
            <a:br>
              <a:rPr lang="en-US" sz="1400">
                <a:latin typeface="Space Grotesk SemiBold"/>
                <a:ea typeface="Space Grotesk SemiBold"/>
                <a:cs typeface="Space Grotesk SemiBold"/>
                <a:sym typeface="Space Grotesk SemiBold"/>
              </a:rPr>
            </a:br>
            <a:r>
              <a:rPr lang="en-US" sz="14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and go to market</a:t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pic>
        <p:nvPicPr>
          <p:cNvPr id="1269" name="Google Shape;1269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5439" y="3669012"/>
            <a:ext cx="333350" cy="3018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0" name="Google Shape;1270;p67"/>
          <p:cNvCxnSpPr/>
          <p:nvPr/>
        </p:nvCxnSpPr>
        <p:spPr>
          <a:xfrm>
            <a:off x="3457400" y="1955500"/>
            <a:ext cx="5274900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67"/>
          <p:cNvCxnSpPr/>
          <p:nvPr/>
        </p:nvCxnSpPr>
        <p:spPr>
          <a:xfrm>
            <a:off x="3457400" y="3568775"/>
            <a:ext cx="5274900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67"/>
          <p:cNvSpPr txBox="1"/>
          <p:nvPr>
            <p:ph idx="4294967295" type="body"/>
          </p:nvPr>
        </p:nvSpPr>
        <p:spPr>
          <a:xfrm>
            <a:off x="6220775" y="2033650"/>
            <a:ext cx="2318100" cy="14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</a:rPr>
              <a:t>Partner with our experts, mentors, and fellow startups to design apps that succeed at scale, perform seamlessly, and more.</a:t>
            </a:r>
            <a:endParaRPr sz="900">
              <a:solidFill>
                <a:srgbClr val="000000"/>
              </a:solidFill>
            </a:endParaRPr>
          </a:p>
          <a:p>
            <a:pPr indent="-148590" lvl="0" marL="219456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Char char="→"/>
            </a:pPr>
            <a:r>
              <a:rPr lang="en-US" sz="900">
                <a:solidFill>
                  <a:srgbClr val="000000"/>
                </a:solidFill>
              </a:rPr>
              <a:t>Dedicated customer support, including monthly office hours and</a:t>
            </a:r>
            <a:br>
              <a:rPr lang="en-US" sz="900">
                <a:solidFill>
                  <a:srgbClr val="000000"/>
                </a:solidFill>
              </a:rPr>
            </a:br>
            <a:r>
              <a:rPr lang="en-US" sz="900">
                <a:solidFill>
                  <a:srgbClr val="000000"/>
                </a:solidFill>
              </a:rPr>
              <a:t>a basic support plan</a:t>
            </a:r>
            <a:endParaRPr sz="900">
              <a:solidFill>
                <a:srgbClr val="000000"/>
              </a:solidFill>
            </a:endParaRPr>
          </a:p>
          <a:p>
            <a:pPr indent="-148590" lvl="0" marL="219456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900"/>
              <a:buChar char="→"/>
            </a:pPr>
            <a:r>
              <a:rPr lang="en-US" sz="900">
                <a:solidFill>
                  <a:srgbClr val="000000"/>
                </a:solidFill>
              </a:rPr>
              <a:t>Learn from our industry-leading applied AI team</a:t>
            </a:r>
            <a:endParaRPr sz="900"/>
          </a:p>
        </p:txBody>
      </p:sp>
      <p:sp>
        <p:nvSpPr>
          <p:cNvPr id="1273" name="Google Shape;1273;p67"/>
          <p:cNvSpPr txBox="1"/>
          <p:nvPr>
            <p:ph idx="4294967295" type="body"/>
          </p:nvPr>
        </p:nvSpPr>
        <p:spPr>
          <a:xfrm>
            <a:off x="6220775" y="3669000"/>
            <a:ext cx="2318100" cy="14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</a:rPr>
              <a:t>Use our network of customers, partners, and industry connections to grow your go-to-market strategy.</a:t>
            </a:r>
            <a:endParaRPr sz="900">
              <a:solidFill>
                <a:srgbClr val="000000"/>
              </a:solidFill>
            </a:endParaRPr>
          </a:p>
          <a:p>
            <a:pPr indent="-148590" lvl="0" marL="219456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Char char="→"/>
            </a:pPr>
            <a:r>
              <a:rPr lang="en-US" sz="900">
                <a:solidFill>
                  <a:srgbClr val="000000"/>
                </a:solidFill>
              </a:rPr>
              <a:t>Access co-marketing opportunities and lead generation programs</a:t>
            </a:r>
            <a:endParaRPr sz="900">
              <a:solidFill>
                <a:srgbClr val="000000"/>
              </a:solidFill>
            </a:endParaRPr>
          </a:p>
          <a:p>
            <a:pPr indent="-148590" lvl="0" marL="219456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Char char="→"/>
            </a:pPr>
            <a:r>
              <a:rPr lang="en-US" sz="900">
                <a:solidFill>
                  <a:srgbClr val="000000"/>
                </a:solidFill>
              </a:rPr>
              <a:t>Meet potential investors and customers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393192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-148590" lvl="0" marL="219456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900"/>
              <a:buChar char="→"/>
            </a:pPr>
            <a:r>
              <a:t/>
            </a:r>
            <a:endParaRPr sz="900"/>
          </a:p>
        </p:txBody>
      </p:sp>
      <p:sp>
        <p:nvSpPr>
          <p:cNvPr id="1274" name="Google Shape;1274;p67"/>
          <p:cNvSpPr txBox="1"/>
          <p:nvPr>
            <p:ph type="title"/>
          </p:nvPr>
        </p:nvSpPr>
        <p:spPr>
          <a:xfrm>
            <a:off x="298725" y="445025"/>
            <a:ext cx="2357100" cy="7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Scale your startup faster</a:t>
            </a:r>
            <a:endParaRPr/>
          </a:p>
        </p:txBody>
      </p:sp>
      <p:sp>
        <p:nvSpPr>
          <p:cNvPr id="1275" name="Google Shape;1275;p67"/>
          <p:cNvSpPr txBox="1"/>
          <p:nvPr>
            <p:ph idx="1" type="body"/>
          </p:nvPr>
        </p:nvSpPr>
        <p:spPr>
          <a:xfrm>
            <a:off x="298725" y="1292350"/>
            <a:ext cx="26328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This program offers everything growing businesses need to build fast apps fast.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76" name="Google Shape;1276;p67"/>
          <p:cNvSpPr txBox="1"/>
          <p:nvPr>
            <p:ph idx="4294967295" type="body"/>
          </p:nvPr>
        </p:nvSpPr>
        <p:spPr>
          <a:xfrm>
            <a:off x="292225" y="4332175"/>
            <a:ext cx="2121000" cy="7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For more information:</a:t>
            </a:r>
            <a:br>
              <a:rPr lang="en-US" sz="900">
                <a:solidFill>
                  <a:schemeClr val="lt1"/>
                </a:solidFill>
              </a:rPr>
            </a:br>
            <a:r>
              <a:rPr lang="en-US" sz="900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redis.io/startups</a:t>
            </a:r>
            <a:endParaRPr sz="9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277" name="Google Shape;1277;p67"/>
          <p:cNvSpPr txBox="1"/>
          <p:nvPr>
            <p:ph idx="1" type="body"/>
          </p:nvPr>
        </p:nvSpPr>
        <p:spPr>
          <a:xfrm>
            <a:off x="298725" y="1663000"/>
            <a:ext cx="26328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2"/>
                </a:solidFill>
              </a:rPr>
              <a:t>To qualify, you must be a venture-backed,</a:t>
            </a:r>
            <a:br>
              <a:rPr lang="en-US" sz="900">
                <a:solidFill>
                  <a:schemeClr val="accent2"/>
                </a:solidFill>
              </a:rPr>
            </a:br>
            <a:r>
              <a:rPr lang="en-US" sz="900">
                <a:solidFill>
                  <a:schemeClr val="accent2"/>
                </a:solidFill>
              </a:rPr>
              <a:t>seed or below startup.</a:t>
            </a:r>
            <a:endParaRPr sz="9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accent2"/>
              </a:solidFill>
            </a:endParaRPr>
          </a:p>
        </p:txBody>
      </p:sp>
      <p:pic>
        <p:nvPicPr>
          <p:cNvPr id="1278" name="Google Shape;1278;p67" title="cognee hack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450" y="2089186"/>
            <a:ext cx="1893000" cy="189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67"/>
          <p:cNvSpPr txBox="1"/>
          <p:nvPr/>
        </p:nvSpPr>
        <p:spPr>
          <a:xfrm>
            <a:off x="-194002" y="3958488"/>
            <a:ext cx="225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Startup Program</a:t>
            </a:r>
            <a:endParaRPr i="1"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68"/>
          <p:cNvSpPr/>
          <p:nvPr/>
        </p:nvSpPr>
        <p:spPr>
          <a:xfrm>
            <a:off x="0" y="0"/>
            <a:ext cx="9144000" cy="107910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68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 the Best Use of Redis Prize</a:t>
            </a:r>
            <a:endParaRPr/>
          </a:p>
        </p:txBody>
      </p:sp>
      <p:sp>
        <p:nvSpPr>
          <p:cNvPr id="1286" name="Google Shape;1286;p68"/>
          <p:cNvSpPr txBox="1"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DDD8"/>
                </a:solidFill>
                <a:latin typeface="Calibri"/>
                <a:ea typeface="Calibri"/>
                <a:cs typeface="Calibri"/>
                <a:sym typeface="Calibri"/>
              </a:rPr>
              <a:t>Use Redis Cloud, RedisVL, or the Cognee Redis Adapter in your hack</a:t>
            </a:r>
            <a:endParaRPr/>
          </a:p>
        </p:txBody>
      </p:sp>
      <p:sp>
        <p:nvSpPr>
          <p:cNvPr id="1287" name="Google Shape;1287;p68"/>
          <p:cNvSpPr/>
          <p:nvPr/>
        </p:nvSpPr>
        <p:spPr>
          <a:xfrm>
            <a:off x="457200" y="1417320"/>
            <a:ext cx="2560320" cy="1188720"/>
          </a:xfrm>
          <a:prstGeom prst="rect">
            <a:avLst/>
          </a:prstGeom>
          <a:solidFill>
            <a:srgbClr val="1828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68"/>
          <p:cNvSpPr/>
          <p:nvPr/>
        </p:nvSpPr>
        <p:spPr>
          <a:xfrm>
            <a:off x="457200" y="1417320"/>
            <a:ext cx="2560320" cy="457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68"/>
          <p:cNvSpPr txBox="1"/>
          <p:nvPr/>
        </p:nvSpPr>
        <p:spPr>
          <a:xfrm>
            <a:off x="566928" y="150876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54850">
            <a:sp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AirPods Pro</a:t>
            </a:r>
            <a:endParaRPr/>
          </a:p>
        </p:txBody>
      </p:sp>
      <p:sp>
        <p:nvSpPr>
          <p:cNvPr id="1290" name="Google Shape;1290;p68"/>
          <p:cNvSpPr txBox="1"/>
          <p:nvPr/>
        </p:nvSpPr>
        <p:spPr>
          <a:xfrm>
            <a:off x="566928" y="21031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(one per team member)</a:t>
            </a:r>
            <a:endParaRPr/>
          </a:p>
        </p:txBody>
      </p:sp>
      <p:sp>
        <p:nvSpPr>
          <p:cNvPr id="1291" name="Google Shape;1291;p68"/>
          <p:cNvSpPr/>
          <p:nvPr/>
        </p:nvSpPr>
        <p:spPr>
          <a:xfrm>
            <a:off x="3291840" y="1417320"/>
            <a:ext cx="2560320" cy="1188720"/>
          </a:xfrm>
          <a:prstGeom prst="rect">
            <a:avLst/>
          </a:prstGeom>
          <a:solidFill>
            <a:srgbClr val="1828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68"/>
          <p:cNvSpPr/>
          <p:nvPr/>
        </p:nvSpPr>
        <p:spPr>
          <a:xfrm>
            <a:off x="3291840" y="1417320"/>
            <a:ext cx="2560320" cy="457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68"/>
          <p:cNvSpPr txBox="1"/>
          <p:nvPr/>
        </p:nvSpPr>
        <p:spPr>
          <a:xfrm>
            <a:off x="3401568" y="150876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54850">
            <a:sp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 Hoodies</a:t>
            </a:r>
            <a:endParaRPr/>
          </a:p>
        </p:txBody>
      </p:sp>
      <p:sp>
        <p:nvSpPr>
          <p:cNvPr id="1294" name="Google Shape;1294;p68"/>
          <p:cNvSpPr txBox="1"/>
          <p:nvPr/>
        </p:nvSpPr>
        <p:spPr>
          <a:xfrm>
            <a:off x="3401568" y="21031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(one per team member)</a:t>
            </a:r>
            <a:endParaRPr/>
          </a:p>
        </p:txBody>
      </p:sp>
      <p:sp>
        <p:nvSpPr>
          <p:cNvPr id="1295" name="Google Shape;1295;p68"/>
          <p:cNvSpPr/>
          <p:nvPr/>
        </p:nvSpPr>
        <p:spPr>
          <a:xfrm>
            <a:off x="6126480" y="1417320"/>
            <a:ext cx="2560320" cy="1188720"/>
          </a:xfrm>
          <a:prstGeom prst="rect">
            <a:avLst/>
          </a:prstGeom>
          <a:solidFill>
            <a:srgbClr val="1828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68"/>
          <p:cNvSpPr/>
          <p:nvPr/>
        </p:nvSpPr>
        <p:spPr>
          <a:xfrm>
            <a:off x="6126480" y="1417320"/>
            <a:ext cx="2560320" cy="45720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68"/>
          <p:cNvSpPr txBox="1"/>
          <p:nvPr/>
        </p:nvSpPr>
        <p:spPr>
          <a:xfrm>
            <a:off x="6236208" y="150876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54850">
            <a:sp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10K Redis Cloud</a:t>
            </a:r>
            <a:b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Credits</a:t>
            </a:r>
            <a:endParaRPr/>
          </a:p>
        </p:txBody>
      </p:sp>
      <p:sp>
        <p:nvSpPr>
          <p:cNvPr id="1298" name="Google Shape;1298;p68"/>
          <p:cNvSpPr txBox="1"/>
          <p:nvPr/>
        </p:nvSpPr>
        <p:spPr>
          <a:xfrm>
            <a:off x="6236208" y="21031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(for the team)</a:t>
            </a:r>
            <a:endParaRPr/>
          </a:p>
        </p:txBody>
      </p:sp>
      <p:sp>
        <p:nvSpPr>
          <p:cNvPr id="1299" name="Google Shape;1299;p68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To qualify:</a:t>
            </a:r>
            <a:endParaRPr/>
          </a:p>
        </p:txBody>
      </p:sp>
      <p:sp>
        <p:nvSpPr>
          <p:cNvPr id="1300" name="Google Shape;1300;p68"/>
          <p:cNvSpPr/>
          <p:nvPr/>
        </p:nvSpPr>
        <p:spPr>
          <a:xfrm>
            <a:off x="457200" y="3246120"/>
            <a:ext cx="54864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68"/>
          <p:cNvSpPr txBox="1"/>
          <p:nvPr/>
        </p:nvSpPr>
        <p:spPr>
          <a:xfrm>
            <a:off x="640080" y="31546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Use Redis Cloud, RedisVL, or the Cognee Redis Vector Adapter (demonstrated in demo + GitHub)</a:t>
            </a:r>
            <a:endParaRPr/>
          </a:p>
        </p:txBody>
      </p:sp>
      <p:sp>
        <p:nvSpPr>
          <p:cNvPr id="1302" name="Google Shape;1302;p68"/>
          <p:cNvSpPr/>
          <p:nvPr/>
        </p:nvSpPr>
        <p:spPr>
          <a:xfrm>
            <a:off x="457200" y="3593592"/>
            <a:ext cx="54864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68"/>
          <p:cNvSpPr txBox="1"/>
          <p:nvPr/>
        </p:nvSpPr>
        <p:spPr>
          <a:xfrm>
            <a:off x="640080" y="3502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Build something new today — no plagiarism</a:t>
            </a:r>
            <a:endParaRPr/>
          </a:p>
        </p:txBody>
      </p:sp>
      <p:sp>
        <p:nvSpPr>
          <p:cNvPr id="1304" name="Google Shape;1304;p68"/>
          <p:cNvSpPr/>
          <p:nvPr/>
        </p:nvSpPr>
        <p:spPr>
          <a:xfrm>
            <a:off x="457200" y="3941063"/>
            <a:ext cx="54864" cy="128016"/>
          </a:xfrm>
          <a:prstGeom prst="rect">
            <a:avLst/>
          </a:prstGeom>
          <a:solidFill>
            <a:srgbClr val="FF44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68"/>
          <p:cNvSpPr txBox="1"/>
          <p:nvPr/>
        </p:nvSpPr>
        <p:spPr>
          <a:xfrm>
            <a:off x="640080" y="384962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Strong preference for interesting Redis use beyond basic caching</a:t>
            </a:r>
            <a:endParaRPr/>
          </a:p>
        </p:txBody>
      </p:sp>
      <p:sp>
        <p:nvSpPr>
          <p:cNvPr id="1306" name="Google Shape;1306;p6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911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68"/>
          <p:cNvSpPr txBox="1"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redis.io/login → Free cloud DB  ·  github.com/redis-developer/redis-ai-resources  ·  redis.io/agent-skills  ·  cognee Redis Vector Adapter docs</a:t>
            </a:r>
            <a:endParaRPr/>
          </a:p>
        </p:txBody>
      </p:sp>
      <p:pic>
        <p:nvPicPr>
          <p:cNvPr id="1308" name="Google Shape;1308;p68" title="Screenshot 2026-05-11 at 10.54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625" y="1579325"/>
            <a:ext cx="1046837" cy="10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68" title="Screenshot 2026-05-15 at 11.19.5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9475" y="1687750"/>
            <a:ext cx="841930" cy="8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68"/>
          <p:cNvPicPr preferRelativeResize="0"/>
          <p:nvPr/>
        </p:nvPicPr>
        <p:blipFill rotWithShape="1">
          <a:blip r:embed="rId5">
            <a:alphaModFix/>
          </a:blip>
          <a:srcRect b="21614" l="37607" r="38256" t="22376"/>
          <a:stretch/>
        </p:blipFill>
        <p:spPr>
          <a:xfrm>
            <a:off x="7844875" y="1508762"/>
            <a:ext cx="841925" cy="1095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69"/>
          <p:cNvSpPr/>
          <p:nvPr/>
        </p:nvSpPr>
        <p:spPr>
          <a:xfrm>
            <a:off x="641000" y="1711450"/>
            <a:ext cx="2394300" cy="2331900"/>
          </a:xfrm>
          <a:prstGeom prst="roundRect">
            <a:avLst>
              <a:gd fmla="val 2124" name="adj"/>
            </a:avLst>
          </a:prstGeom>
          <a:solidFill>
            <a:srgbClr val="2D4754"/>
          </a:solidFill>
          <a:ln cap="flat" cmpd="sng" w="10325">
            <a:solidFill>
              <a:srgbClr val="8A9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6"/>
              <a:buFont typeface="Arial"/>
              <a:buNone/>
            </a:pPr>
            <a:r>
              <a:t/>
            </a:r>
            <a:endParaRPr b="0" i="0" sz="1516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316" name="Google Shape;1316;p69"/>
          <p:cNvCxnSpPr/>
          <p:nvPr/>
        </p:nvCxnSpPr>
        <p:spPr>
          <a:xfrm>
            <a:off x="641000" y="2037571"/>
            <a:ext cx="2391000" cy="0"/>
          </a:xfrm>
          <a:prstGeom prst="straightConnector1">
            <a:avLst/>
          </a:prstGeom>
          <a:noFill/>
          <a:ln cap="flat" cmpd="sng" w="10325">
            <a:solidFill>
              <a:srgbClr val="8A99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7" name="Google Shape;1317;p69"/>
          <p:cNvSpPr txBox="1"/>
          <p:nvPr/>
        </p:nvSpPr>
        <p:spPr>
          <a:xfrm>
            <a:off x="866303" y="1797412"/>
            <a:ext cx="1988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Redis VL</a:t>
            </a:r>
            <a:endParaRPr b="0" i="0" sz="975" u="none" cap="none" strike="noStrik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18" name="Google Shape;1318;p69"/>
          <p:cNvSpPr txBox="1"/>
          <p:nvPr/>
        </p:nvSpPr>
        <p:spPr>
          <a:xfrm>
            <a:off x="798149" y="2152494"/>
            <a:ext cx="2124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Arial"/>
              <a:buNone/>
            </a:pPr>
            <a:r>
              <a:t/>
            </a:r>
            <a:endParaRPr b="0" i="0" sz="872" u="none" cap="none" strike="noStrike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19" name="Google Shape;1319;p69"/>
          <p:cNvSpPr/>
          <p:nvPr/>
        </p:nvSpPr>
        <p:spPr>
          <a:xfrm>
            <a:off x="733369" y="1858077"/>
            <a:ext cx="64800" cy="6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66450" lIns="66450" spcFirstLastPara="1" rIns="66450" wrap="square" tIns="6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t/>
            </a:r>
            <a:endParaRPr b="0" i="0" sz="1018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20" name="Google Shape;1320;p69"/>
          <p:cNvSpPr txBox="1"/>
          <p:nvPr/>
        </p:nvSpPr>
        <p:spPr>
          <a:xfrm>
            <a:off x="298725" y="259725"/>
            <a:ext cx="8349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21" name="Google Shape;1321;p69"/>
          <p:cNvSpPr txBox="1"/>
          <p:nvPr/>
        </p:nvSpPr>
        <p:spPr>
          <a:xfrm>
            <a:off x="298725" y="712875"/>
            <a:ext cx="8349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Resources</a:t>
            </a:r>
            <a:endParaRPr b="0" i="0" sz="140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322" name="Google Shape;132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307765"/>
            <a:ext cx="987899" cy="309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69"/>
          <p:cNvSpPr/>
          <p:nvPr/>
        </p:nvSpPr>
        <p:spPr>
          <a:xfrm>
            <a:off x="3374850" y="1711450"/>
            <a:ext cx="2394300" cy="2331900"/>
          </a:xfrm>
          <a:prstGeom prst="roundRect">
            <a:avLst>
              <a:gd fmla="val 2124" name="adj"/>
            </a:avLst>
          </a:prstGeom>
          <a:solidFill>
            <a:srgbClr val="2D4754"/>
          </a:solidFill>
          <a:ln cap="flat" cmpd="sng" w="10325">
            <a:solidFill>
              <a:srgbClr val="8A9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6"/>
              <a:buFont typeface="Arial"/>
              <a:buNone/>
            </a:pPr>
            <a:r>
              <a:t/>
            </a:r>
            <a:endParaRPr b="0" i="0" sz="1516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324" name="Google Shape;1324;p69"/>
          <p:cNvCxnSpPr/>
          <p:nvPr/>
        </p:nvCxnSpPr>
        <p:spPr>
          <a:xfrm>
            <a:off x="3374850" y="2037571"/>
            <a:ext cx="2391000" cy="0"/>
          </a:xfrm>
          <a:prstGeom prst="straightConnector1">
            <a:avLst/>
          </a:prstGeom>
          <a:noFill/>
          <a:ln cap="flat" cmpd="sng" w="10325">
            <a:solidFill>
              <a:srgbClr val="8A99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5" name="Google Shape;1325;p69"/>
          <p:cNvSpPr txBox="1"/>
          <p:nvPr/>
        </p:nvSpPr>
        <p:spPr>
          <a:xfrm>
            <a:off x="3600153" y="1797412"/>
            <a:ext cx="1988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Redis Cognee Adapter</a:t>
            </a:r>
            <a:endParaRPr b="0" i="0" sz="975" u="none" cap="none" strike="noStrik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26" name="Google Shape;1326;p69"/>
          <p:cNvSpPr txBox="1"/>
          <p:nvPr/>
        </p:nvSpPr>
        <p:spPr>
          <a:xfrm>
            <a:off x="3531999" y="2152494"/>
            <a:ext cx="2124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Arial"/>
              <a:buNone/>
            </a:pPr>
            <a:r>
              <a:t/>
            </a:r>
            <a:endParaRPr b="0" i="0" sz="872" u="none" cap="none" strike="noStrike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27" name="Google Shape;1327;p69"/>
          <p:cNvSpPr/>
          <p:nvPr/>
        </p:nvSpPr>
        <p:spPr>
          <a:xfrm>
            <a:off x="3467219" y="1858077"/>
            <a:ext cx="64800" cy="6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66450" lIns="66450" spcFirstLastPara="1" rIns="66450" wrap="square" tIns="6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t/>
            </a:r>
            <a:endParaRPr b="0" i="0" sz="1018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28" name="Google Shape;1328;p69"/>
          <p:cNvSpPr/>
          <p:nvPr/>
        </p:nvSpPr>
        <p:spPr>
          <a:xfrm>
            <a:off x="6153000" y="1711450"/>
            <a:ext cx="2394300" cy="2331900"/>
          </a:xfrm>
          <a:prstGeom prst="roundRect">
            <a:avLst>
              <a:gd fmla="val 2124" name="adj"/>
            </a:avLst>
          </a:prstGeom>
          <a:solidFill>
            <a:srgbClr val="2D4754"/>
          </a:solidFill>
          <a:ln cap="flat" cmpd="sng" w="10325">
            <a:solidFill>
              <a:srgbClr val="8A9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6"/>
              <a:buFont typeface="Arial"/>
              <a:buNone/>
            </a:pPr>
            <a:r>
              <a:t/>
            </a:r>
            <a:endParaRPr b="0" i="0" sz="1516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329" name="Google Shape;1329;p69"/>
          <p:cNvCxnSpPr/>
          <p:nvPr/>
        </p:nvCxnSpPr>
        <p:spPr>
          <a:xfrm>
            <a:off x="6153000" y="2037571"/>
            <a:ext cx="2391000" cy="0"/>
          </a:xfrm>
          <a:prstGeom prst="straightConnector1">
            <a:avLst/>
          </a:prstGeom>
          <a:noFill/>
          <a:ln cap="flat" cmpd="sng" w="10325">
            <a:solidFill>
              <a:srgbClr val="8A99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0" name="Google Shape;1330;p69"/>
          <p:cNvSpPr txBox="1"/>
          <p:nvPr/>
        </p:nvSpPr>
        <p:spPr>
          <a:xfrm>
            <a:off x="6378303" y="1797412"/>
            <a:ext cx="1988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Redis Agent Skill Repo</a:t>
            </a:r>
            <a:endParaRPr b="0" i="0" sz="975" u="none" cap="none" strike="noStrik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31" name="Google Shape;1331;p69"/>
          <p:cNvSpPr txBox="1"/>
          <p:nvPr/>
        </p:nvSpPr>
        <p:spPr>
          <a:xfrm>
            <a:off x="6310149" y="2152494"/>
            <a:ext cx="2124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"/>
              <a:buFont typeface="Arial"/>
              <a:buNone/>
            </a:pPr>
            <a:r>
              <a:t/>
            </a:r>
            <a:endParaRPr b="0" i="0" sz="872" u="none" cap="none" strike="noStrike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32" name="Google Shape;1332;p69"/>
          <p:cNvSpPr/>
          <p:nvPr/>
        </p:nvSpPr>
        <p:spPr>
          <a:xfrm>
            <a:off x="6245369" y="1858077"/>
            <a:ext cx="64800" cy="6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66450" lIns="66450" spcFirstLastPara="1" rIns="66450" wrap="square" tIns="66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t/>
            </a:r>
            <a:endParaRPr b="0" i="0" sz="1018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1333" name="Google Shape;1333;p69" title="RedisV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863" y="2197725"/>
            <a:ext cx="1682975" cy="16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69" title="Redis Cogne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8863" y="2197725"/>
            <a:ext cx="1682975" cy="16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69" title="Redis agent skil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8662" y="2197725"/>
            <a:ext cx="1682975" cy="168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dis 2024 Template">
  <a:themeElements>
    <a:clrScheme name="Simple Light">
      <a:dk1>
        <a:srgbClr val="091A23"/>
      </a:dk1>
      <a:lt1>
        <a:srgbClr val="FFFFFF"/>
      </a:lt1>
      <a:dk2>
        <a:srgbClr val="2D4754"/>
      </a:dk2>
      <a:lt2>
        <a:srgbClr val="EEEEEE"/>
      </a:lt2>
      <a:accent1>
        <a:srgbClr val="FF4438"/>
      </a:accent1>
      <a:accent2>
        <a:srgbClr val="B9C2C6"/>
      </a:accent2>
      <a:accent3>
        <a:srgbClr val="5C707A"/>
      </a:accent3>
      <a:accent4>
        <a:srgbClr val="DCFF1E"/>
      </a:accent4>
      <a:accent5>
        <a:srgbClr val="C795E3"/>
      </a:accent5>
      <a:accent6>
        <a:srgbClr val="80DBFF"/>
      </a:accent6>
      <a:hlink>
        <a:srgbClr val="091A2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